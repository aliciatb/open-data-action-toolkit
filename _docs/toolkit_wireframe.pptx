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79" r:id="rId5"/>
    <p:sldId id="304" r:id="rId6"/>
    <p:sldId id="296" r:id="rId7"/>
    <p:sldId id="302" r:id="rId8"/>
    <p:sldId id="301" r:id="rId9"/>
    <p:sldId id="303" r:id="rId10"/>
    <p:sldId id="30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94694"/>
  </p:normalViewPr>
  <p:slideViewPr>
    <p:cSldViewPr snapToGrid="0">
      <p:cViewPr varScale="1">
        <p:scale>
          <a:sx n="93" d="100"/>
          <a:sy n="93" d="100"/>
        </p:scale>
        <p:origin x="92"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2872B8-9830-447E-906C-CBD5683BD825}"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C720CA8C-1D8C-4A8C-981F-31C35B78FF56}">
      <dgm:prSet phldrT="[Text]" phldr="0"/>
      <dgm:spPr/>
      <dgm:t>
        <a:bodyPr/>
        <a:lstStyle/>
        <a:p>
          <a:r>
            <a:rPr lang="en-US" dirty="0"/>
            <a:t>Purpose</a:t>
          </a:r>
        </a:p>
      </dgm:t>
    </dgm:pt>
    <dgm:pt modelId="{7532CC7B-FF3C-49A3-9C11-7E4BA0575447}" type="parTrans" cxnId="{21955115-948B-4F71-BBD1-7E9CC3F4A298}">
      <dgm:prSet/>
      <dgm:spPr/>
      <dgm:t>
        <a:bodyPr/>
        <a:lstStyle/>
        <a:p>
          <a:endParaRPr lang="en-US"/>
        </a:p>
      </dgm:t>
    </dgm:pt>
    <dgm:pt modelId="{89F32AC0-C6F1-4AAD-8C9A-8A5E0D10D3F8}" type="sibTrans" cxnId="{21955115-948B-4F71-BBD1-7E9CC3F4A298}">
      <dgm:prSet/>
      <dgm:spPr/>
      <dgm:t>
        <a:bodyPr/>
        <a:lstStyle/>
        <a:p>
          <a:endParaRPr lang="en-US"/>
        </a:p>
      </dgm:t>
    </dgm:pt>
    <dgm:pt modelId="{5F8F3E10-53BE-48A6-806C-BFCFB4C8B911}">
      <dgm:prSet phldrT="[Text]" phldr="0"/>
      <dgm:spPr/>
      <dgm:t>
        <a:bodyPr/>
        <a:lstStyle/>
        <a:p>
          <a:r>
            <a:rPr lang="en-US" dirty="0"/>
            <a:t>What</a:t>
          </a:r>
        </a:p>
      </dgm:t>
    </dgm:pt>
    <dgm:pt modelId="{242DCB63-DC63-4361-B1B2-BE18FBF94159}" type="parTrans" cxnId="{FD159949-8684-42E1-BC01-2830278D9222}">
      <dgm:prSet/>
      <dgm:spPr/>
      <dgm:t>
        <a:bodyPr/>
        <a:lstStyle/>
        <a:p>
          <a:endParaRPr lang="en-US"/>
        </a:p>
      </dgm:t>
    </dgm:pt>
    <dgm:pt modelId="{10060B95-CEA7-4B73-B7DE-3427FD757A7E}" type="sibTrans" cxnId="{FD159949-8684-42E1-BC01-2830278D9222}">
      <dgm:prSet/>
      <dgm:spPr/>
      <dgm:t>
        <a:bodyPr/>
        <a:lstStyle/>
        <a:p>
          <a:endParaRPr lang="en-US"/>
        </a:p>
      </dgm:t>
    </dgm:pt>
    <dgm:pt modelId="{CC4DE0F4-C1AF-482E-9A72-74A368819278}">
      <dgm:prSet phldrT="[Text]" phldr="0"/>
      <dgm:spPr/>
      <dgm:t>
        <a:bodyPr/>
        <a:lstStyle/>
        <a:p>
          <a:r>
            <a:rPr lang="en-US" dirty="0"/>
            <a:t>Why</a:t>
          </a:r>
        </a:p>
      </dgm:t>
    </dgm:pt>
    <dgm:pt modelId="{F4EA7F1E-56B7-4B70-88A9-8C8A3ADF2CCA}" type="parTrans" cxnId="{E00BC043-7302-4AAA-A26D-632F9F765700}">
      <dgm:prSet/>
      <dgm:spPr/>
      <dgm:t>
        <a:bodyPr/>
        <a:lstStyle/>
        <a:p>
          <a:endParaRPr lang="en-US"/>
        </a:p>
      </dgm:t>
    </dgm:pt>
    <dgm:pt modelId="{0BF68854-8AC6-42B9-B45C-3F7E5B3B3679}" type="sibTrans" cxnId="{E00BC043-7302-4AAA-A26D-632F9F765700}">
      <dgm:prSet/>
      <dgm:spPr/>
      <dgm:t>
        <a:bodyPr/>
        <a:lstStyle/>
        <a:p>
          <a:endParaRPr lang="en-US"/>
        </a:p>
      </dgm:t>
    </dgm:pt>
    <dgm:pt modelId="{779E5D87-CA3F-4FF8-A77A-A3390885F243}">
      <dgm:prSet phldrT="[Text]" phldr="0"/>
      <dgm:spPr/>
      <dgm:t>
        <a:bodyPr/>
        <a:lstStyle/>
        <a:p>
          <a:r>
            <a:rPr lang="en-US" dirty="0"/>
            <a:t>Actions</a:t>
          </a:r>
        </a:p>
      </dgm:t>
    </dgm:pt>
    <dgm:pt modelId="{EF65EA61-6288-4536-BFAA-6D779664F1C7}" type="parTrans" cxnId="{54498511-8AD5-433F-BA07-28C9255725A5}">
      <dgm:prSet/>
      <dgm:spPr/>
      <dgm:t>
        <a:bodyPr/>
        <a:lstStyle/>
        <a:p>
          <a:endParaRPr lang="en-US"/>
        </a:p>
      </dgm:t>
    </dgm:pt>
    <dgm:pt modelId="{F3FDAE9C-FDD2-4E3F-B5F9-62408E5CB57E}" type="sibTrans" cxnId="{54498511-8AD5-433F-BA07-28C9255725A5}">
      <dgm:prSet/>
      <dgm:spPr/>
      <dgm:t>
        <a:bodyPr/>
        <a:lstStyle/>
        <a:p>
          <a:endParaRPr lang="en-US"/>
        </a:p>
      </dgm:t>
    </dgm:pt>
    <dgm:pt modelId="{01E19868-0251-4314-8C0D-A698036EFCBF}">
      <dgm:prSet phldrT="[Text]" phldr="0"/>
      <dgm:spPr/>
      <dgm:t>
        <a:bodyPr/>
        <a:lstStyle/>
        <a:p>
          <a:r>
            <a:rPr lang="en-US" dirty="0"/>
            <a:t>Types</a:t>
          </a:r>
        </a:p>
      </dgm:t>
    </dgm:pt>
    <dgm:pt modelId="{A51D1BCB-4DCA-4918-80BA-182AA57A3790}" type="parTrans" cxnId="{68D28D02-F0B7-4C47-9D86-0F3FD3310C14}">
      <dgm:prSet/>
      <dgm:spPr/>
      <dgm:t>
        <a:bodyPr/>
        <a:lstStyle/>
        <a:p>
          <a:endParaRPr lang="en-US"/>
        </a:p>
      </dgm:t>
    </dgm:pt>
    <dgm:pt modelId="{72FF9AE0-CF7B-4D33-854D-D0D5C8981277}" type="sibTrans" cxnId="{68D28D02-F0B7-4C47-9D86-0F3FD3310C14}">
      <dgm:prSet/>
      <dgm:spPr/>
      <dgm:t>
        <a:bodyPr/>
        <a:lstStyle/>
        <a:p>
          <a:endParaRPr lang="en-US"/>
        </a:p>
      </dgm:t>
    </dgm:pt>
    <dgm:pt modelId="{009520F8-962C-4144-8A4F-C6B6D4FBB944}">
      <dgm:prSet phldrT="[Text]" phldr="0"/>
      <dgm:spPr/>
      <dgm:t>
        <a:bodyPr/>
        <a:lstStyle/>
        <a:p>
          <a:r>
            <a:rPr lang="en-US" dirty="0"/>
            <a:t>Examples</a:t>
          </a:r>
        </a:p>
      </dgm:t>
    </dgm:pt>
    <dgm:pt modelId="{76BA74A5-45C9-425B-98E8-D2D9B4F5FFF8}" type="parTrans" cxnId="{B9281AD8-07E9-457A-9E34-71464E7E0D03}">
      <dgm:prSet/>
      <dgm:spPr/>
      <dgm:t>
        <a:bodyPr/>
        <a:lstStyle/>
        <a:p>
          <a:endParaRPr lang="en-US"/>
        </a:p>
      </dgm:t>
    </dgm:pt>
    <dgm:pt modelId="{93F460D7-7EE0-41BD-B9E6-66F8BF779C97}" type="sibTrans" cxnId="{B9281AD8-07E9-457A-9E34-71464E7E0D03}">
      <dgm:prSet/>
      <dgm:spPr/>
      <dgm:t>
        <a:bodyPr/>
        <a:lstStyle/>
        <a:p>
          <a:endParaRPr lang="en-US"/>
        </a:p>
      </dgm:t>
    </dgm:pt>
    <dgm:pt modelId="{D98C1C8A-F79E-4502-9082-C815D6D0D114}">
      <dgm:prSet phldrT="[Text]" phldr="0"/>
      <dgm:spPr/>
      <dgm:t>
        <a:bodyPr/>
        <a:lstStyle/>
        <a:p>
          <a:r>
            <a:rPr lang="en-US" dirty="0"/>
            <a:t>Activities</a:t>
          </a:r>
        </a:p>
      </dgm:t>
    </dgm:pt>
    <dgm:pt modelId="{24E538FA-7A81-4491-B98C-A8E54C32E10C}" type="parTrans" cxnId="{30021D99-88B4-42E1-957D-09829A1EE2BD}">
      <dgm:prSet/>
      <dgm:spPr/>
      <dgm:t>
        <a:bodyPr/>
        <a:lstStyle/>
        <a:p>
          <a:endParaRPr lang="en-US"/>
        </a:p>
      </dgm:t>
    </dgm:pt>
    <dgm:pt modelId="{C42B5FB4-06D6-4D31-A748-B0715D2C1507}" type="sibTrans" cxnId="{30021D99-88B4-42E1-957D-09829A1EE2BD}">
      <dgm:prSet/>
      <dgm:spPr/>
      <dgm:t>
        <a:bodyPr/>
        <a:lstStyle/>
        <a:p>
          <a:endParaRPr lang="en-US"/>
        </a:p>
      </dgm:t>
    </dgm:pt>
    <dgm:pt modelId="{BF22803F-FB48-4572-84B9-8F316353D246}">
      <dgm:prSet phldrT="[Text]" phldr="0"/>
      <dgm:spPr/>
      <dgm:t>
        <a:bodyPr/>
        <a:lstStyle/>
        <a:p>
          <a:r>
            <a:rPr lang="en-US" dirty="0"/>
            <a:t>Types</a:t>
          </a:r>
        </a:p>
      </dgm:t>
    </dgm:pt>
    <dgm:pt modelId="{AAA195B8-723D-4B7E-BC98-FBB4538B44F4}" type="parTrans" cxnId="{2C1D1779-9889-4E76-81A5-6F0904F87906}">
      <dgm:prSet/>
      <dgm:spPr/>
      <dgm:t>
        <a:bodyPr/>
        <a:lstStyle/>
        <a:p>
          <a:endParaRPr lang="en-US"/>
        </a:p>
      </dgm:t>
    </dgm:pt>
    <dgm:pt modelId="{59BA8DCE-7925-4D2C-8D87-34F64BF86FDB}" type="sibTrans" cxnId="{2C1D1779-9889-4E76-81A5-6F0904F87906}">
      <dgm:prSet/>
      <dgm:spPr/>
      <dgm:t>
        <a:bodyPr/>
        <a:lstStyle/>
        <a:p>
          <a:endParaRPr lang="en-US"/>
        </a:p>
      </dgm:t>
    </dgm:pt>
    <dgm:pt modelId="{42481C7B-82D6-49FB-BD95-DB1914C825CD}">
      <dgm:prSet phldrT="[Text]" phldr="0"/>
      <dgm:spPr/>
      <dgm:t>
        <a:bodyPr/>
        <a:lstStyle/>
        <a:p>
          <a:r>
            <a:rPr lang="en-US"/>
            <a:t>Reporting</a:t>
          </a:r>
          <a:endParaRPr lang="en-US" dirty="0"/>
        </a:p>
      </dgm:t>
    </dgm:pt>
    <dgm:pt modelId="{8A389BD1-B066-48A0-BC48-435C6C11096A}" type="parTrans" cxnId="{C1A13DC4-28DB-46E8-8947-DA49DD630CF8}">
      <dgm:prSet/>
      <dgm:spPr/>
      <dgm:t>
        <a:bodyPr/>
        <a:lstStyle/>
        <a:p>
          <a:endParaRPr lang="en-US"/>
        </a:p>
      </dgm:t>
    </dgm:pt>
    <dgm:pt modelId="{AE01A007-2169-4C1B-B753-3263D16444F7}" type="sibTrans" cxnId="{C1A13DC4-28DB-46E8-8947-DA49DD630CF8}">
      <dgm:prSet/>
      <dgm:spPr/>
      <dgm:t>
        <a:bodyPr/>
        <a:lstStyle/>
        <a:p>
          <a:endParaRPr lang="en-US"/>
        </a:p>
      </dgm:t>
    </dgm:pt>
    <dgm:pt modelId="{CB54DDF6-DD64-4EB3-B209-DD2FA5422FBB}">
      <dgm:prSet phldrT="[Text]" phldr="0"/>
      <dgm:spPr/>
      <dgm:t>
        <a:bodyPr/>
        <a:lstStyle/>
        <a:p>
          <a:r>
            <a:rPr lang="en-US" dirty="0"/>
            <a:t>Methods</a:t>
          </a:r>
        </a:p>
      </dgm:t>
    </dgm:pt>
    <dgm:pt modelId="{188D317A-FA1D-407D-A6C3-7B1DFB287AF6}" type="parTrans" cxnId="{84A22316-D56C-4323-930C-6F55A4EFD6A0}">
      <dgm:prSet/>
      <dgm:spPr/>
      <dgm:t>
        <a:bodyPr/>
        <a:lstStyle/>
        <a:p>
          <a:endParaRPr lang="en-US"/>
        </a:p>
      </dgm:t>
    </dgm:pt>
    <dgm:pt modelId="{FCCFABCA-17CF-46E2-8FEE-804F9AF5501A}" type="sibTrans" cxnId="{84A22316-D56C-4323-930C-6F55A4EFD6A0}">
      <dgm:prSet/>
      <dgm:spPr/>
      <dgm:t>
        <a:bodyPr/>
        <a:lstStyle/>
        <a:p>
          <a:endParaRPr lang="en-US"/>
        </a:p>
      </dgm:t>
    </dgm:pt>
    <dgm:pt modelId="{1BA18EF2-43D1-4390-9227-8FB98A88894A}">
      <dgm:prSet phldrT="[Text]" phldr="0"/>
      <dgm:spPr/>
      <dgm:t>
        <a:bodyPr/>
        <a:lstStyle/>
        <a:p>
          <a:r>
            <a:rPr lang="en-US" dirty="0"/>
            <a:t>Practice</a:t>
          </a:r>
        </a:p>
      </dgm:t>
    </dgm:pt>
    <dgm:pt modelId="{2AA2EC35-4F76-459F-B171-433CDBC2C7FE}" type="parTrans" cxnId="{25F79585-BAE8-4628-BDA7-5C73196CC80C}">
      <dgm:prSet/>
      <dgm:spPr/>
      <dgm:t>
        <a:bodyPr/>
        <a:lstStyle/>
        <a:p>
          <a:endParaRPr lang="en-US"/>
        </a:p>
      </dgm:t>
    </dgm:pt>
    <dgm:pt modelId="{E51264C1-1602-4824-A31D-E517EF03A705}" type="sibTrans" cxnId="{25F79585-BAE8-4628-BDA7-5C73196CC80C}">
      <dgm:prSet/>
      <dgm:spPr/>
      <dgm:t>
        <a:bodyPr/>
        <a:lstStyle/>
        <a:p>
          <a:endParaRPr lang="en-US"/>
        </a:p>
      </dgm:t>
    </dgm:pt>
    <dgm:pt modelId="{535439FC-8DCA-463F-A0AC-2EEB216FA182}">
      <dgm:prSet phldrT="[Text]" phldr="0"/>
      <dgm:spPr/>
      <dgm:t>
        <a:bodyPr/>
        <a:lstStyle/>
        <a:p>
          <a:r>
            <a:rPr lang="en-US" dirty="0"/>
            <a:t>Purpose-driven</a:t>
          </a:r>
        </a:p>
      </dgm:t>
    </dgm:pt>
    <dgm:pt modelId="{87F1D33C-151B-4425-8D56-3EDEFC3411D6}" type="parTrans" cxnId="{217E3CAA-46D5-4E3A-B1EB-D52766171264}">
      <dgm:prSet/>
      <dgm:spPr/>
      <dgm:t>
        <a:bodyPr/>
        <a:lstStyle/>
        <a:p>
          <a:endParaRPr lang="en-US"/>
        </a:p>
      </dgm:t>
    </dgm:pt>
    <dgm:pt modelId="{95F1E86A-2E5B-4C67-B5BB-6A106039B47A}" type="sibTrans" cxnId="{217E3CAA-46D5-4E3A-B1EB-D52766171264}">
      <dgm:prSet/>
      <dgm:spPr/>
      <dgm:t>
        <a:bodyPr/>
        <a:lstStyle/>
        <a:p>
          <a:endParaRPr lang="en-US"/>
        </a:p>
      </dgm:t>
    </dgm:pt>
    <dgm:pt modelId="{EC3EF94D-E8EE-4E46-90B4-45034A95E9BF}">
      <dgm:prSet phldrT="[Text]" phldr="0"/>
      <dgm:spPr/>
      <dgm:t>
        <a:bodyPr/>
        <a:lstStyle/>
        <a:p>
          <a:r>
            <a:rPr lang="en-US"/>
            <a:t>Examples</a:t>
          </a:r>
          <a:endParaRPr lang="en-US" dirty="0"/>
        </a:p>
      </dgm:t>
    </dgm:pt>
    <dgm:pt modelId="{3C51EEA3-9984-4B7B-82E5-5B27DC242901}" type="parTrans" cxnId="{BBB2807B-05BC-45F7-AE6C-4DEEB33C398B}">
      <dgm:prSet/>
      <dgm:spPr/>
      <dgm:t>
        <a:bodyPr/>
        <a:lstStyle/>
        <a:p>
          <a:endParaRPr lang="en-US"/>
        </a:p>
      </dgm:t>
    </dgm:pt>
    <dgm:pt modelId="{037B7FEA-B236-48A1-BAE2-BE350AF5E0AC}" type="sibTrans" cxnId="{BBB2807B-05BC-45F7-AE6C-4DEEB33C398B}">
      <dgm:prSet/>
      <dgm:spPr/>
      <dgm:t>
        <a:bodyPr/>
        <a:lstStyle/>
        <a:p>
          <a:endParaRPr lang="en-US"/>
        </a:p>
      </dgm:t>
    </dgm:pt>
    <dgm:pt modelId="{A268BA17-3030-408F-9AC1-91BFFD2A283A}">
      <dgm:prSet phldrT="[Text]" phldr="0"/>
      <dgm:spPr/>
      <dgm:t>
        <a:bodyPr/>
        <a:lstStyle/>
        <a:p>
          <a:r>
            <a:rPr lang="en-US"/>
            <a:t>Examples</a:t>
          </a:r>
          <a:endParaRPr lang="en-US" dirty="0"/>
        </a:p>
      </dgm:t>
    </dgm:pt>
    <dgm:pt modelId="{6BFE7B37-F53E-45A3-9527-91366A4580E8}" type="parTrans" cxnId="{F3A14127-D99F-4BBC-955C-3FE4DB2CED4A}">
      <dgm:prSet/>
      <dgm:spPr/>
      <dgm:t>
        <a:bodyPr/>
        <a:lstStyle/>
        <a:p>
          <a:endParaRPr lang="en-US"/>
        </a:p>
      </dgm:t>
    </dgm:pt>
    <dgm:pt modelId="{17854142-1676-4CA1-9F0E-D313509CC636}" type="sibTrans" cxnId="{F3A14127-D99F-4BBC-955C-3FE4DB2CED4A}">
      <dgm:prSet/>
      <dgm:spPr/>
      <dgm:t>
        <a:bodyPr/>
        <a:lstStyle/>
        <a:p>
          <a:endParaRPr lang="en-US"/>
        </a:p>
      </dgm:t>
    </dgm:pt>
    <dgm:pt modelId="{BD877532-0D62-4BE8-B8A4-F85D50F72B30}">
      <dgm:prSet phldrT="[Text]" phldr="0"/>
      <dgm:spPr/>
      <dgm:t>
        <a:bodyPr/>
        <a:lstStyle/>
        <a:p>
          <a:r>
            <a:rPr lang="en-US" dirty="0"/>
            <a:t>About</a:t>
          </a:r>
        </a:p>
      </dgm:t>
    </dgm:pt>
    <dgm:pt modelId="{B43F7C78-3C38-4462-883B-DCBEB35308E1}" type="parTrans" cxnId="{DFA10AA7-B64C-4D74-9919-343C6ABAC121}">
      <dgm:prSet/>
      <dgm:spPr/>
      <dgm:t>
        <a:bodyPr/>
        <a:lstStyle/>
        <a:p>
          <a:endParaRPr lang="en-US"/>
        </a:p>
      </dgm:t>
    </dgm:pt>
    <dgm:pt modelId="{E3B4D8ED-B155-417C-A94C-A81CBE290056}" type="sibTrans" cxnId="{DFA10AA7-B64C-4D74-9919-343C6ABAC121}">
      <dgm:prSet/>
      <dgm:spPr/>
      <dgm:t>
        <a:bodyPr/>
        <a:lstStyle/>
        <a:p>
          <a:endParaRPr lang="en-US"/>
        </a:p>
      </dgm:t>
    </dgm:pt>
    <dgm:pt modelId="{E51AF1BA-81E0-4634-BC38-84DF9FAB67EE}">
      <dgm:prSet phldrT="[Text]" phldr="0"/>
      <dgm:spPr/>
      <dgm:t>
        <a:bodyPr/>
        <a:lstStyle/>
        <a:p>
          <a:r>
            <a:rPr lang="en-US"/>
            <a:t>Contribute!</a:t>
          </a:r>
          <a:endParaRPr lang="en-US" dirty="0"/>
        </a:p>
      </dgm:t>
    </dgm:pt>
    <dgm:pt modelId="{EBB34A33-30D4-4261-9FC4-DE197CA9B31F}" type="parTrans" cxnId="{8B5939FA-CACB-4A7C-8C95-E3DD088C53A8}">
      <dgm:prSet/>
      <dgm:spPr/>
      <dgm:t>
        <a:bodyPr/>
        <a:lstStyle/>
        <a:p>
          <a:endParaRPr lang="en-US"/>
        </a:p>
      </dgm:t>
    </dgm:pt>
    <dgm:pt modelId="{6924D57B-DFBD-4681-8316-2648CE8BEB3A}" type="sibTrans" cxnId="{8B5939FA-CACB-4A7C-8C95-E3DD088C53A8}">
      <dgm:prSet/>
      <dgm:spPr/>
      <dgm:t>
        <a:bodyPr/>
        <a:lstStyle/>
        <a:p>
          <a:endParaRPr lang="en-US"/>
        </a:p>
      </dgm:t>
    </dgm:pt>
    <dgm:pt modelId="{228959B6-2D5E-414A-B6D0-716CBB736166}">
      <dgm:prSet phldrT="[Text]" phldr="0"/>
      <dgm:spPr/>
      <dgm:t>
        <a:bodyPr/>
        <a:lstStyle/>
        <a:p>
          <a:r>
            <a:rPr lang="en-US"/>
            <a:t>Glossary</a:t>
          </a:r>
          <a:endParaRPr lang="en-US" dirty="0"/>
        </a:p>
      </dgm:t>
    </dgm:pt>
    <dgm:pt modelId="{A5B35109-C22D-4971-A967-CEA9829B9FE9}" type="parTrans" cxnId="{B222053C-0CC0-4883-B0A1-3B10C563ADE1}">
      <dgm:prSet/>
      <dgm:spPr/>
      <dgm:t>
        <a:bodyPr/>
        <a:lstStyle/>
        <a:p>
          <a:endParaRPr lang="en-US"/>
        </a:p>
      </dgm:t>
    </dgm:pt>
    <dgm:pt modelId="{9D7A2A38-672F-4421-865A-9E028C280191}" type="sibTrans" cxnId="{B222053C-0CC0-4883-B0A1-3B10C563ADE1}">
      <dgm:prSet/>
      <dgm:spPr/>
      <dgm:t>
        <a:bodyPr/>
        <a:lstStyle/>
        <a:p>
          <a:endParaRPr lang="en-US"/>
        </a:p>
      </dgm:t>
    </dgm:pt>
    <dgm:pt modelId="{C01A447B-E803-4176-B92E-D0BF888B9B8E}" type="pres">
      <dgm:prSet presAssocID="{082872B8-9830-447E-906C-CBD5683BD825}" presName="diagram" presStyleCnt="0">
        <dgm:presLayoutVars>
          <dgm:chPref val="1"/>
          <dgm:dir/>
          <dgm:animOne val="branch"/>
          <dgm:animLvl val="lvl"/>
          <dgm:resizeHandles/>
        </dgm:presLayoutVars>
      </dgm:prSet>
      <dgm:spPr/>
    </dgm:pt>
    <dgm:pt modelId="{8C407926-814A-4B1C-97B3-6976FCC16743}" type="pres">
      <dgm:prSet presAssocID="{C720CA8C-1D8C-4A8C-981F-31C35B78FF56}" presName="root" presStyleCnt="0"/>
      <dgm:spPr/>
    </dgm:pt>
    <dgm:pt modelId="{18326524-0E69-4A22-97E1-D9CA444E2CBE}" type="pres">
      <dgm:prSet presAssocID="{C720CA8C-1D8C-4A8C-981F-31C35B78FF56}" presName="rootComposite" presStyleCnt="0"/>
      <dgm:spPr/>
    </dgm:pt>
    <dgm:pt modelId="{1878E97A-4742-43F6-BD08-CC9FC1289A1B}" type="pres">
      <dgm:prSet presAssocID="{C720CA8C-1D8C-4A8C-981F-31C35B78FF56}" presName="rootText" presStyleLbl="node1" presStyleIdx="0" presStyleCnt="7"/>
      <dgm:spPr/>
    </dgm:pt>
    <dgm:pt modelId="{322B8BA0-CC8D-42B1-9310-95647EB874FB}" type="pres">
      <dgm:prSet presAssocID="{C720CA8C-1D8C-4A8C-981F-31C35B78FF56}" presName="rootConnector" presStyleLbl="node1" presStyleIdx="0" presStyleCnt="7"/>
      <dgm:spPr/>
    </dgm:pt>
    <dgm:pt modelId="{7B720CA3-1F98-4AFF-AB34-F96B6052A9B9}" type="pres">
      <dgm:prSet presAssocID="{C720CA8C-1D8C-4A8C-981F-31C35B78FF56}" presName="childShape" presStyleCnt="0"/>
      <dgm:spPr/>
    </dgm:pt>
    <dgm:pt modelId="{FF2FB5A5-2BCE-4B4D-95A7-0FB2441710F0}" type="pres">
      <dgm:prSet presAssocID="{242DCB63-DC63-4361-B1B2-BE18FBF94159}" presName="Name13" presStyleLbl="parChTrans1D2" presStyleIdx="0" presStyleCnt="10"/>
      <dgm:spPr/>
    </dgm:pt>
    <dgm:pt modelId="{42DE18BB-33B3-434C-95A8-5AF21A29C9E0}" type="pres">
      <dgm:prSet presAssocID="{5F8F3E10-53BE-48A6-806C-BFCFB4C8B911}" presName="childText" presStyleLbl="bgAcc1" presStyleIdx="0" presStyleCnt="10">
        <dgm:presLayoutVars>
          <dgm:bulletEnabled val="1"/>
        </dgm:presLayoutVars>
      </dgm:prSet>
      <dgm:spPr/>
    </dgm:pt>
    <dgm:pt modelId="{2D53B856-A6AE-441E-9F1A-988FDC355AFD}" type="pres">
      <dgm:prSet presAssocID="{F4EA7F1E-56B7-4B70-88A9-8C8A3ADF2CCA}" presName="Name13" presStyleLbl="parChTrans1D2" presStyleIdx="1" presStyleCnt="10"/>
      <dgm:spPr/>
    </dgm:pt>
    <dgm:pt modelId="{469316FB-0086-4346-9CCB-7E89467642F6}" type="pres">
      <dgm:prSet presAssocID="{CC4DE0F4-C1AF-482E-9A72-74A368819278}" presName="childText" presStyleLbl="bgAcc1" presStyleIdx="1" presStyleCnt="10">
        <dgm:presLayoutVars>
          <dgm:bulletEnabled val="1"/>
        </dgm:presLayoutVars>
      </dgm:prSet>
      <dgm:spPr/>
    </dgm:pt>
    <dgm:pt modelId="{777BE0A2-607E-4C6F-A5F9-10579B857E22}" type="pres">
      <dgm:prSet presAssocID="{779E5D87-CA3F-4FF8-A77A-A3390885F243}" presName="root" presStyleCnt="0"/>
      <dgm:spPr/>
    </dgm:pt>
    <dgm:pt modelId="{FA8E8CB9-CFB1-40B8-B39C-7F56B6F691E2}" type="pres">
      <dgm:prSet presAssocID="{779E5D87-CA3F-4FF8-A77A-A3390885F243}" presName="rootComposite" presStyleCnt="0"/>
      <dgm:spPr/>
    </dgm:pt>
    <dgm:pt modelId="{BA1D8BAC-E8E3-4522-8754-A3E04EEE848B}" type="pres">
      <dgm:prSet presAssocID="{779E5D87-CA3F-4FF8-A77A-A3390885F243}" presName="rootText" presStyleLbl="node1" presStyleIdx="1" presStyleCnt="7"/>
      <dgm:spPr/>
    </dgm:pt>
    <dgm:pt modelId="{EE3C0DD9-888C-4D0B-91C8-49D11F820868}" type="pres">
      <dgm:prSet presAssocID="{779E5D87-CA3F-4FF8-A77A-A3390885F243}" presName="rootConnector" presStyleLbl="node1" presStyleIdx="1" presStyleCnt="7"/>
      <dgm:spPr/>
    </dgm:pt>
    <dgm:pt modelId="{6D58376A-863C-448F-B17F-E9029B4CE5F0}" type="pres">
      <dgm:prSet presAssocID="{779E5D87-CA3F-4FF8-A77A-A3390885F243}" presName="childShape" presStyleCnt="0"/>
      <dgm:spPr/>
    </dgm:pt>
    <dgm:pt modelId="{B347CD94-5364-4CF8-81EE-9EC452F81D73}" type="pres">
      <dgm:prSet presAssocID="{A51D1BCB-4DCA-4918-80BA-182AA57A3790}" presName="Name13" presStyleLbl="parChTrans1D2" presStyleIdx="2" presStyleCnt="10"/>
      <dgm:spPr/>
    </dgm:pt>
    <dgm:pt modelId="{1F11EA00-F98B-4011-86A2-64AE58FD01C1}" type="pres">
      <dgm:prSet presAssocID="{01E19868-0251-4314-8C0D-A698036EFCBF}" presName="childText" presStyleLbl="bgAcc1" presStyleIdx="2" presStyleCnt="10">
        <dgm:presLayoutVars>
          <dgm:bulletEnabled val="1"/>
        </dgm:presLayoutVars>
      </dgm:prSet>
      <dgm:spPr/>
    </dgm:pt>
    <dgm:pt modelId="{CF936DD4-EC7C-4984-9C98-7FAC1F86BA00}" type="pres">
      <dgm:prSet presAssocID="{76BA74A5-45C9-425B-98E8-D2D9B4F5FFF8}" presName="Name13" presStyleLbl="parChTrans1D2" presStyleIdx="3" presStyleCnt="10"/>
      <dgm:spPr/>
    </dgm:pt>
    <dgm:pt modelId="{20430EF4-5F12-4E56-9A70-CA3518C50D02}" type="pres">
      <dgm:prSet presAssocID="{009520F8-962C-4144-8A4F-C6B6D4FBB944}" presName="childText" presStyleLbl="bgAcc1" presStyleIdx="3" presStyleCnt="10">
        <dgm:presLayoutVars>
          <dgm:bulletEnabled val="1"/>
        </dgm:presLayoutVars>
      </dgm:prSet>
      <dgm:spPr/>
    </dgm:pt>
    <dgm:pt modelId="{CAEBA0A4-5EC3-4FE3-B23A-655F36596D76}" type="pres">
      <dgm:prSet presAssocID="{D98C1C8A-F79E-4502-9082-C815D6D0D114}" presName="root" presStyleCnt="0"/>
      <dgm:spPr/>
    </dgm:pt>
    <dgm:pt modelId="{521C573F-35D6-4797-9D17-B208E511E9BF}" type="pres">
      <dgm:prSet presAssocID="{D98C1C8A-F79E-4502-9082-C815D6D0D114}" presName="rootComposite" presStyleCnt="0"/>
      <dgm:spPr/>
    </dgm:pt>
    <dgm:pt modelId="{D5FC4FC6-FADF-4B14-83A8-E42C71891780}" type="pres">
      <dgm:prSet presAssocID="{D98C1C8A-F79E-4502-9082-C815D6D0D114}" presName="rootText" presStyleLbl="node1" presStyleIdx="2" presStyleCnt="7"/>
      <dgm:spPr/>
    </dgm:pt>
    <dgm:pt modelId="{0D871450-C468-4A0A-9221-F62ADE6DD15E}" type="pres">
      <dgm:prSet presAssocID="{D98C1C8A-F79E-4502-9082-C815D6D0D114}" presName="rootConnector" presStyleLbl="node1" presStyleIdx="2" presStyleCnt="7"/>
      <dgm:spPr/>
    </dgm:pt>
    <dgm:pt modelId="{0394C5B5-8EF1-4C31-9C85-2DF6EE14657A}" type="pres">
      <dgm:prSet presAssocID="{D98C1C8A-F79E-4502-9082-C815D6D0D114}" presName="childShape" presStyleCnt="0"/>
      <dgm:spPr/>
    </dgm:pt>
    <dgm:pt modelId="{A4D6FB4F-7A7B-4888-A8C8-5C170C57B44A}" type="pres">
      <dgm:prSet presAssocID="{AAA195B8-723D-4B7E-BC98-FBB4538B44F4}" presName="Name13" presStyleLbl="parChTrans1D2" presStyleIdx="4" presStyleCnt="10"/>
      <dgm:spPr/>
    </dgm:pt>
    <dgm:pt modelId="{B7538F8F-F7D3-48E5-864F-1E2059B2973A}" type="pres">
      <dgm:prSet presAssocID="{BF22803F-FB48-4572-84B9-8F316353D246}" presName="childText" presStyleLbl="bgAcc1" presStyleIdx="4" presStyleCnt="10">
        <dgm:presLayoutVars>
          <dgm:bulletEnabled val="1"/>
        </dgm:presLayoutVars>
      </dgm:prSet>
      <dgm:spPr/>
    </dgm:pt>
    <dgm:pt modelId="{55068C86-E0D2-470D-99F7-5E743DE8BB8B}" type="pres">
      <dgm:prSet presAssocID="{3C51EEA3-9984-4B7B-82E5-5B27DC242901}" presName="Name13" presStyleLbl="parChTrans1D2" presStyleIdx="5" presStyleCnt="10"/>
      <dgm:spPr/>
    </dgm:pt>
    <dgm:pt modelId="{BA020FE4-1373-4A73-8D9F-113B2112CC5F}" type="pres">
      <dgm:prSet presAssocID="{EC3EF94D-E8EE-4E46-90B4-45034A95E9BF}" presName="childText" presStyleLbl="bgAcc1" presStyleIdx="5" presStyleCnt="10">
        <dgm:presLayoutVars>
          <dgm:bulletEnabled val="1"/>
        </dgm:presLayoutVars>
      </dgm:prSet>
      <dgm:spPr/>
    </dgm:pt>
    <dgm:pt modelId="{4ABB2974-1603-415F-97CB-414F99046895}" type="pres">
      <dgm:prSet presAssocID="{42481C7B-82D6-49FB-BD95-DB1914C825CD}" presName="root" presStyleCnt="0"/>
      <dgm:spPr/>
    </dgm:pt>
    <dgm:pt modelId="{96F11B83-4FAE-4D9A-B88A-8E0DBD727B44}" type="pres">
      <dgm:prSet presAssocID="{42481C7B-82D6-49FB-BD95-DB1914C825CD}" presName="rootComposite" presStyleCnt="0"/>
      <dgm:spPr/>
    </dgm:pt>
    <dgm:pt modelId="{FCE5DB0A-42ED-4B0B-B894-5B04A63E6BE9}" type="pres">
      <dgm:prSet presAssocID="{42481C7B-82D6-49FB-BD95-DB1914C825CD}" presName="rootText" presStyleLbl="node1" presStyleIdx="3" presStyleCnt="7"/>
      <dgm:spPr/>
    </dgm:pt>
    <dgm:pt modelId="{D821C7D3-9F7B-4F94-867C-50681B5576E2}" type="pres">
      <dgm:prSet presAssocID="{42481C7B-82D6-49FB-BD95-DB1914C825CD}" presName="rootConnector" presStyleLbl="node1" presStyleIdx="3" presStyleCnt="7"/>
      <dgm:spPr/>
    </dgm:pt>
    <dgm:pt modelId="{D610586C-CB43-43C1-8AEF-66BB112C574A}" type="pres">
      <dgm:prSet presAssocID="{42481C7B-82D6-49FB-BD95-DB1914C825CD}" presName="childShape" presStyleCnt="0"/>
      <dgm:spPr/>
    </dgm:pt>
    <dgm:pt modelId="{D32964A2-41C9-4502-8995-F7720A2E53F6}" type="pres">
      <dgm:prSet presAssocID="{188D317A-FA1D-407D-A6C3-7B1DFB287AF6}" presName="Name13" presStyleLbl="parChTrans1D2" presStyleIdx="6" presStyleCnt="10"/>
      <dgm:spPr/>
    </dgm:pt>
    <dgm:pt modelId="{6C020AA6-E8BA-49FC-AF0A-D43218CFC62D}" type="pres">
      <dgm:prSet presAssocID="{CB54DDF6-DD64-4EB3-B209-DD2FA5422FBB}" presName="childText" presStyleLbl="bgAcc1" presStyleIdx="6" presStyleCnt="10">
        <dgm:presLayoutVars>
          <dgm:bulletEnabled val="1"/>
        </dgm:presLayoutVars>
      </dgm:prSet>
      <dgm:spPr/>
    </dgm:pt>
    <dgm:pt modelId="{7B7B5F32-DEFD-485A-873F-F96031625EB4}" type="pres">
      <dgm:prSet presAssocID="{6BFE7B37-F53E-45A3-9527-91366A4580E8}" presName="Name13" presStyleLbl="parChTrans1D2" presStyleIdx="7" presStyleCnt="10"/>
      <dgm:spPr/>
    </dgm:pt>
    <dgm:pt modelId="{5A7F2EB6-5AA7-44E5-AD7B-F5A245DA2BB8}" type="pres">
      <dgm:prSet presAssocID="{A268BA17-3030-408F-9AC1-91BFFD2A283A}" presName="childText" presStyleLbl="bgAcc1" presStyleIdx="7" presStyleCnt="10">
        <dgm:presLayoutVars>
          <dgm:bulletEnabled val="1"/>
        </dgm:presLayoutVars>
      </dgm:prSet>
      <dgm:spPr/>
    </dgm:pt>
    <dgm:pt modelId="{E4B8D1B4-2A13-4277-8B25-CB85B55D49E6}" type="pres">
      <dgm:prSet presAssocID="{1BA18EF2-43D1-4390-9227-8FB98A88894A}" presName="root" presStyleCnt="0"/>
      <dgm:spPr/>
    </dgm:pt>
    <dgm:pt modelId="{59E5DFE1-CFD2-4C8F-BF83-FA791B341DCA}" type="pres">
      <dgm:prSet presAssocID="{1BA18EF2-43D1-4390-9227-8FB98A88894A}" presName="rootComposite" presStyleCnt="0"/>
      <dgm:spPr/>
    </dgm:pt>
    <dgm:pt modelId="{B7815A60-44A8-4804-A4AE-A3BEB137EC15}" type="pres">
      <dgm:prSet presAssocID="{1BA18EF2-43D1-4390-9227-8FB98A88894A}" presName="rootText" presStyleLbl="node1" presStyleIdx="4" presStyleCnt="7"/>
      <dgm:spPr/>
    </dgm:pt>
    <dgm:pt modelId="{23CD4298-00E5-46E0-AF70-82C8C6CA463E}" type="pres">
      <dgm:prSet presAssocID="{1BA18EF2-43D1-4390-9227-8FB98A88894A}" presName="rootConnector" presStyleLbl="node1" presStyleIdx="4" presStyleCnt="7"/>
      <dgm:spPr/>
    </dgm:pt>
    <dgm:pt modelId="{93244A53-3D38-4C6E-87CD-343C2DD60444}" type="pres">
      <dgm:prSet presAssocID="{1BA18EF2-43D1-4390-9227-8FB98A88894A}" presName="childShape" presStyleCnt="0"/>
      <dgm:spPr/>
    </dgm:pt>
    <dgm:pt modelId="{8333396C-B891-4D6F-8CA3-518457279DE0}" type="pres">
      <dgm:prSet presAssocID="{87F1D33C-151B-4425-8D56-3EDEFC3411D6}" presName="Name13" presStyleLbl="parChTrans1D2" presStyleIdx="8" presStyleCnt="10"/>
      <dgm:spPr/>
    </dgm:pt>
    <dgm:pt modelId="{8E5C9DE1-D3BB-4D80-9751-8E7A0E6B8958}" type="pres">
      <dgm:prSet presAssocID="{535439FC-8DCA-463F-A0AC-2EEB216FA182}" presName="childText" presStyleLbl="bgAcc1" presStyleIdx="8" presStyleCnt="10">
        <dgm:presLayoutVars>
          <dgm:bulletEnabled val="1"/>
        </dgm:presLayoutVars>
      </dgm:prSet>
      <dgm:spPr/>
    </dgm:pt>
    <dgm:pt modelId="{A0F45F34-C03F-401C-97C5-6EFC2081985B}" type="pres">
      <dgm:prSet presAssocID="{EBB34A33-30D4-4261-9FC4-DE197CA9B31F}" presName="Name13" presStyleLbl="parChTrans1D2" presStyleIdx="9" presStyleCnt="10"/>
      <dgm:spPr/>
    </dgm:pt>
    <dgm:pt modelId="{6F0F0739-B70A-4767-914E-EA0F6105DC21}" type="pres">
      <dgm:prSet presAssocID="{E51AF1BA-81E0-4634-BC38-84DF9FAB67EE}" presName="childText" presStyleLbl="bgAcc1" presStyleIdx="9" presStyleCnt="10">
        <dgm:presLayoutVars>
          <dgm:bulletEnabled val="1"/>
        </dgm:presLayoutVars>
      </dgm:prSet>
      <dgm:spPr/>
    </dgm:pt>
    <dgm:pt modelId="{EBD2CCBC-043D-48D3-B4A3-531C1F8E86C1}" type="pres">
      <dgm:prSet presAssocID="{228959B6-2D5E-414A-B6D0-716CBB736166}" presName="root" presStyleCnt="0"/>
      <dgm:spPr/>
    </dgm:pt>
    <dgm:pt modelId="{2C7DE01F-56F8-475D-9F58-46B88537E32F}" type="pres">
      <dgm:prSet presAssocID="{228959B6-2D5E-414A-B6D0-716CBB736166}" presName="rootComposite" presStyleCnt="0"/>
      <dgm:spPr/>
    </dgm:pt>
    <dgm:pt modelId="{DFE294A3-B874-4819-92D6-7222BC61AF94}" type="pres">
      <dgm:prSet presAssocID="{228959B6-2D5E-414A-B6D0-716CBB736166}" presName="rootText" presStyleLbl="node1" presStyleIdx="5" presStyleCnt="7"/>
      <dgm:spPr/>
    </dgm:pt>
    <dgm:pt modelId="{4744CADB-5EC9-4830-A6F9-DC071B107BC7}" type="pres">
      <dgm:prSet presAssocID="{228959B6-2D5E-414A-B6D0-716CBB736166}" presName="rootConnector" presStyleLbl="node1" presStyleIdx="5" presStyleCnt="7"/>
      <dgm:spPr/>
    </dgm:pt>
    <dgm:pt modelId="{EF449BDB-BB8F-47A8-8912-5219C8086511}" type="pres">
      <dgm:prSet presAssocID="{228959B6-2D5E-414A-B6D0-716CBB736166}" presName="childShape" presStyleCnt="0"/>
      <dgm:spPr/>
    </dgm:pt>
    <dgm:pt modelId="{4F5CE422-7DBD-4295-AA79-061CF67246C3}" type="pres">
      <dgm:prSet presAssocID="{BD877532-0D62-4BE8-B8A4-F85D50F72B30}" presName="root" presStyleCnt="0"/>
      <dgm:spPr/>
    </dgm:pt>
    <dgm:pt modelId="{E118E6C9-D31F-4A20-9996-277EAF125965}" type="pres">
      <dgm:prSet presAssocID="{BD877532-0D62-4BE8-B8A4-F85D50F72B30}" presName="rootComposite" presStyleCnt="0"/>
      <dgm:spPr/>
    </dgm:pt>
    <dgm:pt modelId="{19964B19-E73A-45AA-9F89-544D4F3934CD}" type="pres">
      <dgm:prSet presAssocID="{BD877532-0D62-4BE8-B8A4-F85D50F72B30}" presName="rootText" presStyleLbl="node1" presStyleIdx="6" presStyleCnt="7"/>
      <dgm:spPr/>
    </dgm:pt>
    <dgm:pt modelId="{566AF85B-0F01-4812-9A3D-FE15C8ECD61B}" type="pres">
      <dgm:prSet presAssocID="{BD877532-0D62-4BE8-B8A4-F85D50F72B30}" presName="rootConnector" presStyleLbl="node1" presStyleIdx="6" presStyleCnt="7"/>
      <dgm:spPr/>
    </dgm:pt>
    <dgm:pt modelId="{C318473D-A165-46BB-95E9-53582BBC4360}" type="pres">
      <dgm:prSet presAssocID="{BD877532-0D62-4BE8-B8A4-F85D50F72B30}" presName="childShape" presStyleCnt="0"/>
      <dgm:spPr/>
    </dgm:pt>
  </dgm:ptLst>
  <dgm:cxnLst>
    <dgm:cxn modelId="{CE9E9A01-1437-4350-85CC-2B8019140F75}" type="presOf" srcId="{AAA195B8-723D-4B7E-BC98-FBB4538B44F4}" destId="{A4D6FB4F-7A7B-4888-A8C8-5C170C57B44A}" srcOrd="0" destOrd="0" presId="urn:microsoft.com/office/officeart/2005/8/layout/hierarchy3"/>
    <dgm:cxn modelId="{68D28D02-F0B7-4C47-9D86-0F3FD3310C14}" srcId="{779E5D87-CA3F-4FF8-A77A-A3390885F243}" destId="{01E19868-0251-4314-8C0D-A698036EFCBF}" srcOrd="0" destOrd="0" parTransId="{A51D1BCB-4DCA-4918-80BA-182AA57A3790}" sibTransId="{72FF9AE0-CF7B-4D33-854D-D0D5C8981277}"/>
    <dgm:cxn modelId="{7EB5AE06-BF6F-4407-A0E0-1BFAFDE35BCE}" type="presOf" srcId="{228959B6-2D5E-414A-B6D0-716CBB736166}" destId="{4744CADB-5EC9-4830-A6F9-DC071B107BC7}" srcOrd="1" destOrd="0" presId="urn:microsoft.com/office/officeart/2005/8/layout/hierarchy3"/>
    <dgm:cxn modelId="{54498511-8AD5-433F-BA07-28C9255725A5}" srcId="{082872B8-9830-447E-906C-CBD5683BD825}" destId="{779E5D87-CA3F-4FF8-A77A-A3390885F243}" srcOrd="1" destOrd="0" parTransId="{EF65EA61-6288-4536-BFAA-6D779664F1C7}" sibTransId="{F3FDAE9C-FDD2-4E3F-B5F9-62408E5CB57E}"/>
    <dgm:cxn modelId="{10CE0313-7F7A-48D5-B16F-48C7C42FFA65}" type="presOf" srcId="{779E5D87-CA3F-4FF8-A77A-A3390885F243}" destId="{EE3C0DD9-888C-4D0B-91C8-49D11F820868}" srcOrd="1" destOrd="0" presId="urn:microsoft.com/office/officeart/2005/8/layout/hierarchy3"/>
    <dgm:cxn modelId="{21955115-948B-4F71-BBD1-7E9CC3F4A298}" srcId="{082872B8-9830-447E-906C-CBD5683BD825}" destId="{C720CA8C-1D8C-4A8C-981F-31C35B78FF56}" srcOrd="0" destOrd="0" parTransId="{7532CC7B-FF3C-49A3-9C11-7E4BA0575447}" sibTransId="{89F32AC0-C6F1-4AAD-8C9A-8A5E0D10D3F8}"/>
    <dgm:cxn modelId="{84A22316-D56C-4323-930C-6F55A4EFD6A0}" srcId="{42481C7B-82D6-49FB-BD95-DB1914C825CD}" destId="{CB54DDF6-DD64-4EB3-B209-DD2FA5422FBB}" srcOrd="0" destOrd="0" parTransId="{188D317A-FA1D-407D-A6C3-7B1DFB287AF6}" sibTransId="{FCCFABCA-17CF-46E2-8FEE-804F9AF5501A}"/>
    <dgm:cxn modelId="{0A583416-86C9-40AB-864B-85BBC75EECE5}" type="presOf" srcId="{76BA74A5-45C9-425B-98E8-D2D9B4F5FFF8}" destId="{CF936DD4-EC7C-4984-9C98-7FAC1F86BA00}" srcOrd="0" destOrd="0" presId="urn:microsoft.com/office/officeart/2005/8/layout/hierarchy3"/>
    <dgm:cxn modelId="{F3A14127-D99F-4BBC-955C-3FE4DB2CED4A}" srcId="{42481C7B-82D6-49FB-BD95-DB1914C825CD}" destId="{A268BA17-3030-408F-9AC1-91BFFD2A283A}" srcOrd="1" destOrd="0" parTransId="{6BFE7B37-F53E-45A3-9527-91366A4580E8}" sibTransId="{17854142-1676-4CA1-9F0E-D313509CC636}"/>
    <dgm:cxn modelId="{B222053C-0CC0-4883-B0A1-3B10C563ADE1}" srcId="{082872B8-9830-447E-906C-CBD5683BD825}" destId="{228959B6-2D5E-414A-B6D0-716CBB736166}" srcOrd="5" destOrd="0" parTransId="{A5B35109-C22D-4971-A967-CEA9829B9FE9}" sibTransId="{9D7A2A38-672F-4421-865A-9E028C280191}"/>
    <dgm:cxn modelId="{B18E5C3C-739A-4EAF-8F90-E225003FDD94}" type="presOf" srcId="{CC4DE0F4-C1AF-482E-9A72-74A368819278}" destId="{469316FB-0086-4346-9CCB-7E89467642F6}" srcOrd="0" destOrd="0" presId="urn:microsoft.com/office/officeart/2005/8/layout/hierarchy3"/>
    <dgm:cxn modelId="{E00BC043-7302-4AAA-A26D-632F9F765700}" srcId="{C720CA8C-1D8C-4A8C-981F-31C35B78FF56}" destId="{CC4DE0F4-C1AF-482E-9A72-74A368819278}" srcOrd="1" destOrd="0" parTransId="{F4EA7F1E-56B7-4B70-88A9-8C8A3ADF2CCA}" sibTransId="{0BF68854-8AC6-42B9-B45C-3F7E5B3B3679}"/>
    <dgm:cxn modelId="{75073465-D2EE-4031-8202-0444AC36E87E}" type="presOf" srcId="{42481C7B-82D6-49FB-BD95-DB1914C825CD}" destId="{D821C7D3-9F7B-4F94-867C-50681B5576E2}" srcOrd="1" destOrd="0" presId="urn:microsoft.com/office/officeart/2005/8/layout/hierarchy3"/>
    <dgm:cxn modelId="{FD159949-8684-42E1-BC01-2830278D9222}" srcId="{C720CA8C-1D8C-4A8C-981F-31C35B78FF56}" destId="{5F8F3E10-53BE-48A6-806C-BFCFB4C8B911}" srcOrd="0" destOrd="0" parTransId="{242DCB63-DC63-4361-B1B2-BE18FBF94159}" sibTransId="{10060B95-CEA7-4B73-B7DE-3427FD757A7E}"/>
    <dgm:cxn modelId="{12217F6B-764F-419F-8EAA-C57DF3EBABF1}" type="presOf" srcId="{5F8F3E10-53BE-48A6-806C-BFCFB4C8B911}" destId="{42DE18BB-33B3-434C-95A8-5AF21A29C9E0}" srcOrd="0" destOrd="0" presId="urn:microsoft.com/office/officeart/2005/8/layout/hierarchy3"/>
    <dgm:cxn modelId="{7308E46D-13BE-4950-A033-0C43718E72F4}" type="presOf" srcId="{BD877532-0D62-4BE8-B8A4-F85D50F72B30}" destId="{19964B19-E73A-45AA-9F89-544D4F3934CD}" srcOrd="0" destOrd="0" presId="urn:microsoft.com/office/officeart/2005/8/layout/hierarchy3"/>
    <dgm:cxn modelId="{0FA63B55-0B70-4546-A1A0-69382D951A02}" type="presOf" srcId="{1BA18EF2-43D1-4390-9227-8FB98A88894A}" destId="{B7815A60-44A8-4804-A4AE-A3BEB137EC15}" srcOrd="0" destOrd="0" presId="urn:microsoft.com/office/officeart/2005/8/layout/hierarchy3"/>
    <dgm:cxn modelId="{2C1C2A76-8314-4943-892C-21629C311C55}" type="presOf" srcId="{87F1D33C-151B-4425-8D56-3EDEFC3411D6}" destId="{8333396C-B891-4D6F-8CA3-518457279DE0}" srcOrd="0" destOrd="0" presId="urn:microsoft.com/office/officeart/2005/8/layout/hierarchy3"/>
    <dgm:cxn modelId="{2C1D1779-9889-4E76-81A5-6F0904F87906}" srcId="{D98C1C8A-F79E-4502-9082-C815D6D0D114}" destId="{BF22803F-FB48-4572-84B9-8F316353D246}" srcOrd="0" destOrd="0" parTransId="{AAA195B8-723D-4B7E-BC98-FBB4538B44F4}" sibTransId="{59BA8DCE-7925-4D2C-8D87-34F64BF86FDB}"/>
    <dgm:cxn modelId="{BBB2807B-05BC-45F7-AE6C-4DEEB33C398B}" srcId="{D98C1C8A-F79E-4502-9082-C815D6D0D114}" destId="{EC3EF94D-E8EE-4E46-90B4-45034A95E9BF}" srcOrd="1" destOrd="0" parTransId="{3C51EEA3-9984-4B7B-82E5-5B27DC242901}" sibTransId="{037B7FEA-B236-48A1-BAE2-BE350AF5E0AC}"/>
    <dgm:cxn modelId="{A05E097F-F99F-451C-A77D-2C44BB7B335C}" type="presOf" srcId="{D98C1C8A-F79E-4502-9082-C815D6D0D114}" destId="{D5FC4FC6-FADF-4B14-83A8-E42C71891780}" srcOrd="0" destOrd="0" presId="urn:microsoft.com/office/officeart/2005/8/layout/hierarchy3"/>
    <dgm:cxn modelId="{4860A281-E1A4-406C-A8EA-AF5359B3D1AF}" type="presOf" srcId="{009520F8-962C-4144-8A4F-C6B6D4FBB944}" destId="{20430EF4-5F12-4E56-9A70-CA3518C50D02}" srcOrd="0" destOrd="0" presId="urn:microsoft.com/office/officeart/2005/8/layout/hierarchy3"/>
    <dgm:cxn modelId="{E41D0B83-B7E2-44C7-8E16-CDBE6382DADE}" type="presOf" srcId="{082872B8-9830-447E-906C-CBD5683BD825}" destId="{C01A447B-E803-4176-B92E-D0BF888B9B8E}" srcOrd="0" destOrd="0" presId="urn:microsoft.com/office/officeart/2005/8/layout/hierarchy3"/>
    <dgm:cxn modelId="{B9EF5A85-F552-43D7-8876-9B547567A296}" type="presOf" srcId="{188D317A-FA1D-407D-A6C3-7B1DFB287AF6}" destId="{D32964A2-41C9-4502-8995-F7720A2E53F6}" srcOrd="0" destOrd="0" presId="urn:microsoft.com/office/officeart/2005/8/layout/hierarchy3"/>
    <dgm:cxn modelId="{DDA58285-14D4-458B-8392-DC5372C52C11}" type="presOf" srcId="{535439FC-8DCA-463F-A0AC-2EEB216FA182}" destId="{8E5C9DE1-D3BB-4D80-9751-8E7A0E6B8958}" srcOrd="0" destOrd="0" presId="urn:microsoft.com/office/officeart/2005/8/layout/hierarchy3"/>
    <dgm:cxn modelId="{25F79585-BAE8-4628-BDA7-5C73196CC80C}" srcId="{082872B8-9830-447E-906C-CBD5683BD825}" destId="{1BA18EF2-43D1-4390-9227-8FB98A88894A}" srcOrd="4" destOrd="0" parTransId="{2AA2EC35-4F76-459F-B171-433CDBC2C7FE}" sibTransId="{E51264C1-1602-4824-A31D-E517EF03A705}"/>
    <dgm:cxn modelId="{2C3CFB98-68E7-44B6-8039-C4DA70FABBC8}" type="presOf" srcId="{A268BA17-3030-408F-9AC1-91BFFD2A283A}" destId="{5A7F2EB6-5AA7-44E5-AD7B-F5A245DA2BB8}" srcOrd="0" destOrd="0" presId="urn:microsoft.com/office/officeart/2005/8/layout/hierarchy3"/>
    <dgm:cxn modelId="{30021D99-88B4-42E1-957D-09829A1EE2BD}" srcId="{082872B8-9830-447E-906C-CBD5683BD825}" destId="{D98C1C8A-F79E-4502-9082-C815D6D0D114}" srcOrd="2" destOrd="0" parTransId="{24E538FA-7A81-4491-B98C-A8E54C32E10C}" sibTransId="{C42B5FB4-06D6-4D31-A748-B0715D2C1507}"/>
    <dgm:cxn modelId="{0D84909C-EE31-46BD-94EE-61FDF6428039}" type="presOf" srcId="{E51AF1BA-81E0-4634-BC38-84DF9FAB67EE}" destId="{6F0F0739-B70A-4767-914E-EA0F6105DC21}" srcOrd="0" destOrd="0" presId="urn:microsoft.com/office/officeart/2005/8/layout/hierarchy3"/>
    <dgm:cxn modelId="{DB3FC79E-6C3A-48D4-A80B-E76D8E25F220}" type="presOf" srcId="{C720CA8C-1D8C-4A8C-981F-31C35B78FF56}" destId="{1878E97A-4742-43F6-BD08-CC9FC1289A1B}" srcOrd="0" destOrd="0" presId="urn:microsoft.com/office/officeart/2005/8/layout/hierarchy3"/>
    <dgm:cxn modelId="{FA5F61A6-3E45-483E-9D4A-07DA09C53179}" type="presOf" srcId="{242DCB63-DC63-4361-B1B2-BE18FBF94159}" destId="{FF2FB5A5-2BCE-4B4D-95A7-0FB2441710F0}" srcOrd="0" destOrd="0" presId="urn:microsoft.com/office/officeart/2005/8/layout/hierarchy3"/>
    <dgm:cxn modelId="{261A6BA6-0388-41BE-8B95-2C577E581895}" type="presOf" srcId="{779E5D87-CA3F-4FF8-A77A-A3390885F243}" destId="{BA1D8BAC-E8E3-4522-8754-A3E04EEE848B}" srcOrd="0" destOrd="0" presId="urn:microsoft.com/office/officeart/2005/8/layout/hierarchy3"/>
    <dgm:cxn modelId="{DFA10AA7-B64C-4D74-9919-343C6ABAC121}" srcId="{082872B8-9830-447E-906C-CBD5683BD825}" destId="{BD877532-0D62-4BE8-B8A4-F85D50F72B30}" srcOrd="6" destOrd="0" parTransId="{B43F7C78-3C38-4462-883B-DCBEB35308E1}" sibTransId="{E3B4D8ED-B155-417C-A94C-A81CBE290056}"/>
    <dgm:cxn modelId="{217E3CAA-46D5-4E3A-B1EB-D52766171264}" srcId="{1BA18EF2-43D1-4390-9227-8FB98A88894A}" destId="{535439FC-8DCA-463F-A0AC-2EEB216FA182}" srcOrd="0" destOrd="0" parTransId="{87F1D33C-151B-4425-8D56-3EDEFC3411D6}" sibTransId="{95F1E86A-2E5B-4C67-B5BB-6A106039B47A}"/>
    <dgm:cxn modelId="{ABEB91B0-C4BF-4C41-B375-F2A5202AF1D0}" type="presOf" srcId="{D98C1C8A-F79E-4502-9082-C815D6D0D114}" destId="{0D871450-C468-4A0A-9221-F62ADE6DD15E}" srcOrd="1" destOrd="0" presId="urn:microsoft.com/office/officeart/2005/8/layout/hierarchy3"/>
    <dgm:cxn modelId="{261731B6-F650-4B7A-953A-342CCC64A5B0}" type="presOf" srcId="{1BA18EF2-43D1-4390-9227-8FB98A88894A}" destId="{23CD4298-00E5-46E0-AF70-82C8C6CA463E}" srcOrd="1" destOrd="0" presId="urn:microsoft.com/office/officeart/2005/8/layout/hierarchy3"/>
    <dgm:cxn modelId="{5BA48DBC-7269-4F21-B297-5ADCAEB88BF5}" type="presOf" srcId="{6BFE7B37-F53E-45A3-9527-91366A4580E8}" destId="{7B7B5F32-DEFD-485A-873F-F96031625EB4}" srcOrd="0" destOrd="0" presId="urn:microsoft.com/office/officeart/2005/8/layout/hierarchy3"/>
    <dgm:cxn modelId="{C1A13DC4-28DB-46E8-8947-DA49DD630CF8}" srcId="{082872B8-9830-447E-906C-CBD5683BD825}" destId="{42481C7B-82D6-49FB-BD95-DB1914C825CD}" srcOrd="3" destOrd="0" parTransId="{8A389BD1-B066-48A0-BC48-435C6C11096A}" sibTransId="{AE01A007-2169-4C1B-B753-3263D16444F7}"/>
    <dgm:cxn modelId="{991069CA-6C1E-47CB-95D0-CE4E928B9EBC}" type="presOf" srcId="{BD877532-0D62-4BE8-B8A4-F85D50F72B30}" destId="{566AF85B-0F01-4812-9A3D-FE15C8ECD61B}" srcOrd="1" destOrd="0" presId="urn:microsoft.com/office/officeart/2005/8/layout/hierarchy3"/>
    <dgm:cxn modelId="{5ED8FDCB-6E62-4F5B-8CCD-BAE39B255EF3}" type="presOf" srcId="{CB54DDF6-DD64-4EB3-B209-DD2FA5422FBB}" destId="{6C020AA6-E8BA-49FC-AF0A-D43218CFC62D}" srcOrd="0" destOrd="0" presId="urn:microsoft.com/office/officeart/2005/8/layout/hierarchy3"/>
    <dgm:cxn modelId="{22BBA3D1-7F51-4B9C-9B7D-9A58D3730435}" type="presOf" srcId="{01E19868-0251-4314-8C0D-A698036EFCBF}" destId="{1F11EA00-F98B-4011-86A2-64AE58FD01C1}" srcOrd="0" destOrd="0" presId="urn:microsoft.com/office/officeart/2005/8/layout/hierarchy3"/>
    <dgm:cxn modelId="{0F5702D3-0931-4F53-8E7E-9CDF1364B667}" type="presOf" srcId="{EBB34A33-30D4-4261-9FC4-DE197CA9B31F}" destId="{A0F45F34-C03F-401C-97C5-6EFC2081985B}" srcOrd="0" destOrd="0" presId="urn:microsoft.com/office/officeart/2005/8/layout/hierarchy3"/>
    <dgm:cxn modelId="{D92921D4-F0D2-4FF1-8B26-0A790B51BE44}" type="presOf" srcId="{EC3EF94D-E8EE-4E46-90B4-45034A95E9BF}" destId="{BA020FE4-1373-4A73-8D9F-113B2112CC5F}" srcOrd="0" destOrd="0" presId="urn:microsoft.com/office/officeart/2005/8/layout/hierarchy3"/>
    <dgm:cxn modelId="{B9281AD8-07E9-457A-9E34-71464E7E0D03}" srcId="{779E5D87-CA3F-4FF8-A77A-A3390885F243}" destId="{009520F8-962C-4144-8A4F-C6B6D4FBB944}" srcOrd="1" destOrd="0" parTransId="{76BA74A5-45C9-425B-98E8-D2D9B4F5FFF8}" sibTransId="{93F460D7-7EE0-41BD-B9E6-66F8BF779C97}"/>
    <dgm:cxn modelId="{02F828E2-100F-42C6-AC52-816C0ED61899}" type="presOf" srcId="{228959B6-2D5E-414A-B6D0-716CBB736166}" destId="{DFE294A3-B874-4819-92D6-7222BC61AF94}" srcOrd="0" destOrd="0" presId="urn:microsoft.com/office/officeart/2005/8/layout/hierarchy3"/>
    <dgm:cxn modelId="{5CD605E3-BDE6-447B-B920-3A7FD22E40F9}" type="presOf" srcId="{42481C7B-82D6-49FB-BD95-DB1914C825CD}" destId="{FCE5DB0A-42ED-4B0B-B894-5B04A63E6BE9}" srcOrd="0" destOrd="0" presId="urn:microsoft.com/office/officeart/2005/8/layout/hierarchy3"/>
    <dgm:cxn modelId="{2B718EE8-194E-48F0-9524-FB4E14B95276}" type="presOf" srcId="{BF22803F-FB48-4572-84B9-8F316353D246}" destId="{B7538F8F-F7D3-48E5-864F-1E2059B2973A}" srcOrd="0" destOrd="0" presId="urn:microsoft.com/office/officeart/2005/8/layout/hierarchy3"/>
    <dgm:cxn modelId="{487D4AE9-0A7B-43B9-9143-76A4AEAE60F0}" type="presOf" srcId="{C720CA8C-1D8C-4A8C-981F-31C35B78FF56}" destId="{322B8BA0-CC8D-42B1-9310-95647EB874FB}" srcOrd="1" destOrd="0" presId="urn:microsoft.com/office/officeart/2005/8/layout/hierarchy3"/>
    <dgm:cxn modelId="{60ADDEEF-0B4E-4062-84F3-F8F158E0D7C3}" type="presOf" srcId="{3C51EEA3-9984-4B7B-82E5-5B27DC242901}" destId="{55068C86-E0D2-470D-99F7-5E743DE8BB8B}" srcOrd="0" destOrd="0" presId="urn:microsoft.com/office/officeart/2005/8/layout/hierarchy3"/>
    <dgm:cxn modelId="{682834F2-035A-49C0-85F9-835022CD4A3B}" type="presOf" srcId="{A51D1BCB-4DCA-4918-80BA-182AA57A3790}" destId="{B347CD94-5364-4CF8-81EE-9EC452F81D73}" srcOrd="0" destOrd="0" presId="urn:microsoft.com/office/officeart/2005/8/layout/hierarchy3"/>
    <dgm:cxn modelId="{6EA963F4-D515-46F4-AAB2-D7E3FC45E4F0}" type="presOf" srcId="{F4EA7F1E-56B7-4B70-88A9-8C8A3ADF2CCA}" destId="{2D53B856-A6AE-441E-9F1A-988FDC355AFD}" srcOrd="0" destOrd="0" presId="urn:microsoft.com/office/officeart/2005/8/layout/hierarchy3"/>
    <dgm:cxn modelId="{8B5939FA-CACB-4A7C-8C95-E3DD088C53A8}" srcId="{1BA18EF2-43D1-4390-9227-8FB98A88894A}" destId="{E51AF1BA-81E0-4634-BC38-84DF9FAB67EE}" srcOrd="1" destOrd="0" parTransId="{EBB34A33-30D4-4261-9FC4-DE197CA9B31F}" sibTransId="{6924D57B-DFBD-4681-8316-2648CE8BEB3A}"/>
    <dgm:cxn modelId="{22110852-2815-42A4-A17D-CBC5B7E4A9B2}" type="presParOf" srcId="{C01A447B-E803-4176-B92E-D0BF888B9B8E}" destId="{8C407926-814A-4B1C-97B3-6976FCC16743}" srcOrd="0" destOrd="0" presId="urn:microsoft.com/office/officeart/2005/8/layout/hierarchy3"/>
    <dgm:cxn modelId="{1A97C26F-3AA3-4B74-9430-2445327F97EA}" type="presParOf" srcId="{8C407926-814A-4B1C-97B3-6976FCC16743}" destId="{18326524-0E69-4A22-97E1-D9CA444E2CBE}" srcOrd="0" destOrd="0" presId="urn:microsoft.com/office/officeart/2005/8/layout/hierarchy3"/>
    <dgm:cxn modelId="{91B57473-F76B-44C9-BA3B-FC5B558939A5}" type="presParOf" srcId="{18326524-0E69-4A22-97E1-D9CA444E2CBE}" destId="{1878E97A-4742-43F6-BD08-CC9FC1289A1B}" srcOrd="0" destOrd="0" presId="urn:microsoft.com/office/officeart/2005/8/layout/hierarchy3"/>
    <dgm:cxn modelId="{1F1E2C27-1153-448C-B2A9-D8041DFBF71C}" type="presParOf" srcId="{18326524-0E69-4A22-97E1-D9CA444E2CBE}" destId="{322B8BA0-CC8D-42B1-9310-95647EB874FB}" srcOrd="1" destOrd="0" presId="urn:microsoft.com/office/officeart/2005/8/layout/hierarchy3"/>
    <dgm:cxn modelId="{A4D66426-79B2-4E90-B649-112008796C31}" type="presParOf" srcId="{8C407926-814A-4B1C-97B3-6976FCC16743}" destId="{7B720CA3-1F98-4AFF-AB34-F96B6052A9B9}" srcOrd="1" destOrd="0" presId="urn:microsoft.com/office/officeart/2005/8/layout/hierarchy3"/>
    <dgm:cxn modelId="{5E7631CB-0237-4E92-85CD-75DB7AA2BFE9}" type="presParOf" srcId="{7B720CA3-1F98-4AFF-AB34-F96B6052A9B9}" destId="{FF2FB5A5-2BCE-4B4D-95A7-0FB2441710F0}" srcOrd="0" destOrd="0" presId="urn:microsoft.com/office/officeart/2005/8/layout/hierarchy3"/>
    <dgm:cxn modelId="{769C94EA-980C-4362-9E24-6E1B32CEE055}" type="presParOf" srcId="{7B720CA3-1F98-4AFF-AB34-F96B6052A9B9}" destId="{42DE18BB-33B3-434C-95A8-5AF21A29C9E0}" srcOrd="1" destOrd="0" presId="urn:microsoft.com/office/officeart/2005/8/layout/hierarchy3"/>
    <dgm:cxn modelId="{5F4BABCC-5352-480B-8A64-4AF1FDCE2717}" type="presParOf" srcId="{7B720CA3-1F98-4AFF-AB34-F96B6052A9B9}" destId="{2D53B856-A6AE-441E-9F1A-988FDC355AFD}" srcOrd="2" destOrd="0" presId="urn:microsoft.com/office/officeart/2005/8/layout/hierarchy3"/>
    <dgm:cxn modelId="{548F45B1-03AA-4AF9-A514-D0E1C8948AF8}" type="presParOf" srcId="{7B720CA3-1F98-4AFF-AB34-F96B6052A9B9}" destId="{469316FB-0086-4346-9CCB-7E89467642F6}" srcOrd="3" destOrd="0" presId="urn:microsoft.com/office/officeart/2005/8/layout/hierarchy3"/>
    <dgm:cxn modelId="{B4A9A491-0B67-490E-BC49-2CB3D9A152B4}" type="presParOf" srcId="{C01A447B-E803-4176-B92E-D0BF888B9B8E}" destId="{777BE0A2-607E-4C6F-A5F9-10579B857E22}" srcOrd="1" destOrd="0" presId="urn:microsoft.com/office/officeart/2005/8/layout/hierarchy3"/>
    <dgm:cxn modelId="{6AB0024C-7A83-41D9-B8E5-F554CDD711A8}" type="presParOf" srcId="{777BE0A2-607E-4C6F-A5F9-10579B857E22}" destId="{FA8E8CB9-CFB1-40B8-B39C-7F56B6F691E2}" srcOrd="0" destOrd="0" presId="urn:microsoft.com/office/officeart/2005/8/layout/hierarchy3"/>
    <dgm:cxn modelId="{D7E8508B-93A3-4FF4-9E45-EB560CF0FC1B}" type="presParOf" srcId="{FA8E8CB9-CFB1-40B8-B39C-7F56B6F691E2}" destId="{BA1D8BAC-E8E3-4522-8754-A3E04EEE848B}" srcOrd="0" destOrd="0" presId="urn:microsoft.com/office/officeart/2005/8/layout/hierarchy3"/>
    <dgm:cxn modelId="{0B146039-E246-4963-9869-37A2BDA1B4FE}" type="presParOf" srcId="{FA8E8CB9-CFB1-40B8-B39C-7F56B6F691E2}" destId="{EE3C0DD9-888C-4D0B-91C8-49D11F820868}" srcOrd="1" destOrd="0" presId="urn:microsoft.com/office/officeart/2005/8/layout/hierarchy3"/>
    <dgm:cxn modelId="{FA8C045D-AD41-4DF1-897C-7C60D3FAB7A7}" type="presParOf" srcId="{777BE0A2-607E-4C6F-A5F9-10579B857E22}" destId="{6D58376A-863C-448F-B17F-E9029B4CE5F0}" srcOrd="1" destOrd="0" presId="urn:microsoft.com/office/officeart/2005/8/layout/hierarchy3"/>
    <dgm:cxn modelId="{54572E25-6FD9-4123-B959-8015FD5A59DB}" type="presParOf" srcId="{6D58376A-863C-448F-B17F-E9029B4CE5F0}" destId="{B347CD94-5364-4CF8-81EE-9EC452F81D73}" srcOrd="0" destOrd="0" presId="urn:microsoft.com/office/officeart/2005/8/layout/hierarchy3"/>
    <dgm:cxn modelId="{954FEA7F-2781-4817-BF15-B2B36F37CCCF}" type="presParOf" srcId="{6D58376A-863C-448F-B17F-E9029B4CE5F0}" destId="{1F11EA00-F98B-4011-86A2-64AE58FD01C1}" srcOrd="1" destOrd="0" presId="urn:microsoft.com/office/officeart/2005/8/layout/hierarchy3"/>
    <dgm:cxn modelId="{5944403C-C160-4BBA-97BB-CBF63676E17D}" type="presParOf" srcId="{6D58376A-863C-448F-B17F-E9029B4CE5F0}" destId="{CF936DD4-EC7C-4984-9C98-7FAC1F86BA00}" srcOrd="2" destOrd="0" presId="urn:microsoft.com/office/officeart/2005/8/layout/hierarchy3"/>
    <dgm:cxn modelId="{1F56B7EC-5D08-4FA3-AE71-AC159EC4CFF7}" type="presParOf" srcId="{6D58376A-863C-448F-B17F-E9029B4CE5F0}" destId="{20430EF4-5F12-4E56-9A70-CA3518C50D02}" srcOrd="3" destOrd="0" presId="urn:microsoft.com/office/officeart/2005/8/layout/hierarchy3"/>
    <dgm:cxn modelId="{C1858995-67AF-4950-A1D7-15D9C061FAC3}" type="presParOf" srcId="{C01A447B-E803-4176-B92E-D0BF888B9B8E}" destId="{CAEBA0A4-5EC3-4FE3-B23A-655F36596D76}" srcOrd="2" destOrd="0" presId="urn:microsoft.com/office/officeart/2005/8/layout/hierarchy3"/>
    <dgm:cxn modelId="{71435763-161E-46D3-8D26-18548B809FEC}" type="presParOf" srcId="{CAEBA0A4-5EC3-4FE3-B23A-655F36596D76}" destId="{521C573F-35D6-4797-9D17-B208E511E9BF}" srcOrd="0" destOrd="0" presId="urn:microsoft.com/office/officeart/2005/8/layout/hierarchy3"/>
    <dgm:cxn modelId="{F329D04E-FC9B-47DA-B936-AF0E692E6F03}" type="presParOf" srcId="{521C573F-35D6-4797-9D17-B208E511E9BF}" destId="{D5FC4FC6-FADF-4B14-83A8-E42C71891780}" srcOrd="0" destOrd="0" presId="urn:microsoft.com/office/officeart/2005/8/layout/hierarchy3"/>
    <dgm:cxn modelId="{23A0B2C3-AD35-4DA4-97A9-DAF62C39C8C7}" type="presParOf" srcId="{521C573F-35D6-4797-9D17-B208E511E9BF}" destId="{0D871450-C468-4A0A-9221-F62ADE6DD15E}" srcOrd="1" destOrd="0" presId="urn:microsoft.com/office/officeart/2005/8/layout/hierarchy3"/>
    <dgm:cxn modelId="{3DA9A176-0088-4CE3-A1D9-F94ECA2E81C1}" type="presParOf" srcId="{CAEBA0A4-5EC3-4FE3-B23A-655F36596D76}" destId="{0394C5B5-8EF1-4C31-9C85-2DF6EE14657A}" srcOrd="1" destOrd="0" presId="urn:microsoft.com/office/officeart/2005/8/layout/hierarchy3"/>
    <dgm:cxn modelId="{CE9E8804-639D-4528-8270-5E4BB5D9AFA6}" type="presParOf" srcId="{0394C5B5-8EF1-4C31-9C85-2DF6EE14657A}" destId="{A4D6FB4F-7A7B-4888-A8C8-5C170C57B44A}" srcOrd="0" destOrd="0" presId="urn:microsoft.com/office/officeart/2005/8/layout/hierarchy3"/>
    <dgm:cxn modelId="{5F69DDE4-3131-49B2-A394-20850AF64E60}" type="presParOf" srcId="{0394C5B5-8EF1-4C31-9C85-2DF6EE14657A}" destId="{B7538F8F-F7D3-48E5-864F-1E2059B2973A}" srcOrd="1" destOrd="0" presId="urn:microsoft.com/office/officeart/2005/8/layout/hierarchy3"/>
    <dgm:cxn modelId="{AEEE24E2-4ACD-4065-9DA7-AFF68AA4B775}" type="presParOf" srcId="{0394C5B5-8EF1-4C31-9C85-2DF6EE14657A}" destId="{55068C86-E0D2-470D-99F7-5E743DE8BB8B}" srcOrd="2" destOrd="0" presId="urn:microsoft.com/office/officeart/2005/8/layout/hierarchy3"/>
    <dgm:cxn modelId="{EEF6F242-4955-432F-8F6C-048D7377E820}" type="presParOf" srcId="{0394C5B5-8EF1-4C31-9C85-2DF6EE14657A}" destId="{BA020FE4-1373-4A73-8D9F-113B2112CC5F}" srcOrd="3" destOrd="0" presId="urn:microsoft.com/office/officeart/2005/8/layout/hierarchy3"/>
    <dgm:cxn modelId="{B189C0BF-92F2-48AA-9D62-B2110AACA8A4}" type="presParOf" srcId="{C01A447B-E803-4176-B92E-D0BF888B9B8E}" destId="{4ABB2974-1603-415F-97CB-414F99046895}" srcOrd="3" destOrd="0" presId="urn:microsoft.com/office/officeart/2005/8/layout/hierarchy3"/>
    <dgm:cxn modelId="{627EC765-CDBF-4EA9-9BD0-01EAA5CDBE95}" type="presParOf" srcId="{4ABB2974-1603-415F-97CB-414F99046895}" destId="{96F11B83-4FAE-4D9A-B88A-8E0DBD727B44}" srcOrd="0" destOrd="0" presId="urn:microsoft.com/office/officeart/2005/8/layout/hierarchy3"/>
    <dgm:cxn modelId="{7B9E3BBC-D95C-4681-8583-A3B22FC38F56}" type="presParOf" srcId="{96F11B83-4FAE-4D9A-B88A-8E0DBD727B44}" destId="{FCE5DB0A-42ED-4B0B-B894-5B04A63E6BE9}" srcOrd="0" destOrd="0" presId="urn:microsoft.com/office/officeart/2005/8/layout/hierarchy3"/>
    <dgm:cxn modelId="{12587E66-F682-484D-A75C-E674EB3B9DF5}" type="presParOf" srcId="{96F11B83-4FAE-4D9A-B88A-8E0DBD727B44}" destId="{D821C7D3-9F7B-4F94-867C-50681B5576E2}" srcOrd="1" destOrd="0" presId="urn:microsoft.com/office/officeart/2005/8/layout/hierarchy3"/>
    <dgm:cxn modelId="{A6622C8F-6502-451C-953E-BFA94C89C4A5}" type="presParOf" srcId="{4ABB2974-1603-415F-97CB-414F99046895}" destId="{D610586C-CB43-43C1-8AEF-66BB112C574A}" srcOrd="1" destOrd="0" presId="urn:microsoft.com/office/officeart/2005/8/layout/hierarchy3"/>
    <dgm:cxn modelId="{93473CBB-CA14-46A4-A1B9-03C11B119473}" type="presParOf" srcId="{D610586C-CB43-43C1-8AEF-66BB112C574A}" destId="{D32964A2-41C9-4502-8995-F7720A2E53F6}" srcOrd="0" destOrd="0" presId="urn:microsoft.com/office/officeart/2005/8/layout/hierarchy3"/>
    <dgm:cxn modelId="{E4DD60B6-732A-4E76-AA06-0372C0638F3A}" type="presParOf" srcId="{D610586C-CB43-43C1-8AEF-66BB112C574A}" destId="{6C020AA6-E8BA-49FC-AF0A-D43218CFC62D}" srcOrd="1" destOrd="0" presId="urn:microsoft.com/office/officeart/2005/8/layout/hierarchy3"/>
    <dgm:cxn modelId="{4FADDFA2-88DF-4249-BFBE-8BE1FF45E892}" type="presParOf" srcId="{D610586C-CB43-43C1-8AEF-66BB112C574A}" destId="{7B7B5F32-DEFD-485A-873F-F96031625EB4}" srcOrd="2" destOrd="0" presId="urn:microsoft.com/office/officeart/2005/8/layout/hierarchy3"/>
    <dgm:cxn modelId="{FC6811E9-4255-46CB-9EAF-47A5515BC274}" type="presParOf" srcId="{D610586C-CB43-43C1-8AEF-66BB112C574A}" destId="{5A7F2EB6-5AA7-44E5-AD7B-F5A245DA2BB8}" srcOrd="3" destOrd="0" presId="urn:microsoft.com/office/officeart/2005/8/layout/hierarchy3"/>
    <dgm:cxn modelId="{C99377C9-8F91-41FD-AA90-98056B9ADAAA}" type="presParOf" srcId="{C01A447B-E803-4176-B92E-D0BF888B9B8E}" destId="{E4B8D1B4-2A13-4277-8B25-CB85B55D49E6}" srcOrd="4" destOrd="0" presId="urn:microsoft.com/office/officeart/2005/8/layout/hierarchy3"/>
    <dgm:cxn modelId="{EB2D84AD-A4C8-4237-8B8A-80326444B6DE}" type="presParOf" srcId="{E4B8D1B4-2A13-4277-8B25-CB85B55D49E6}" destId="{59E5DFE1-CFD2-4C8F-BF83-FA791B341DCA}" srcOrd="0" destOrd="0" presId="urn:microsoft.com/office/officeart/2005/8/layout/hierarchy3"/>
    <dgm:cxn modelId="{8FC59D1D-3D2F-4BC3-9A5B-AE2CFE0A1C42}" type="presParOf" srcId="{59E5DFE1-CFD2-4C8F-BF83-FA791B341DCA}" destId="{B7815A60-44A8-4804-A4AE-A3BEB137EC15}" srcOrd="0" destOrd="0" presId="urn:microsoft.com/office/officeart/2005/8/layout/hierarchy3"/>
    <dgm:cxn modelId="{07F33766-2770-434A-92A5-8DA01B1F7978}" type="presParOf" srcId="{59E5DFE1-CFD2-4C8F-BF83-FA791B341DCA}" destId="{23CD4298-00E5-46E0-AF70-82C8C6CA463E}" srcOrd="1" destOrd="0" presId="urn:microsoft.com/office/officeart/2005/8/layout/hierarchy3"/>
    <dgm:cxn modelId="{96FFA894-625E-4B84-8C25-D6743F395E6B}" type="presParOf" srcId="{E4B8D1B4-2A13-4277-8B25-CB85B55D49E6}" destId="{93244A53-3D38-4C6E-87CD-343C2DD60444}" srcOrd="1" destOrd="0" presId="urn:microsoft.com/office/officeart/2005/8/layout/hierarchy3"/>
    <dgm:cxn modelId="{77C6C81B-AF18-49AA-87FF-FF4C523CD55D}" type="presParOf" srcId="{93244A53-3D38-4C6E-87CD-343C2DD60444}" destId="{8333396C-B891-4D6F-8CA3-518457279DE0}" srcOrd="0" destOrd="0" presId="urn:microsoft.com/office/officeart/2005/8/layout/hierarchy3"/>
    <dgm:cxn modelId="{CFE3EF7F-E3F1-4B3A-B238-544A2842BE5B}" type="presParOf" srcId="{93244A53-3D38-4C6E-87CD-343C2DD60444}" destId="{8E5C9DE1-D3BB-4D80-9751-8E7A0E6B8958}" srcOrd="1" destOrd="0" presId="urn:microsoft.com/office/officeart/2005/8/layout/hierarchy3"/>
    <dgm:cxn modelId="{06B17E9A-0DF0-41E4-AFC4-A80A373C76AA}" type="presParOf" srcId="{93244A53-3D38-4C6E-87CD-343C2DD60444}" destId="{A0F45F34-C03F-401C-97C5-6EFC2081985B}" srcOrd="2" destOrd="0" presId="urn:microsoft.com/office/officeart/2005/8/layout/hierarchy3"/>
    <dgm:cxn modelId="{FD12C60D-B8F4-427E-8D04-410D884DE07B}" type="presParOf" srcId="{93244A53-3D38-4C6E-87CD-343C2DD60444}" destId="{6F0F0739-B70A-4767-914E-EA0F6105DC21}" srcOrd="3" destOrd="0" presId="urn:microsoft.com/office/officeart/2005/8/layout/hierarchy3"/>
    <dgm:cxn modelId="{8F447C7A-B0E9-4C4B-993C-BF69CBACB8D7}" type="presParOf" srcId="{C01A447B-E803-4176-B92E-D0BF888B9B8E}" destId="{EBD2CCBC-043D-48D3-B4A3-531C1F8E86C1}" srcOrd="5" destOrd="0" presId="urn:microsoft.com/office/officeart/2005/8/layout/hierarchy3"/>
    <dgm:cxn modelId="{3F10212E-B8D8-450F-93AC-C36755D24CF8}" type="presParOf" srcId="{EBD2CCBC-043D-48D3-B4A3-531C1F8E86C1}" destId="{2C7DE01F-56F8-475D-9F58-46B88537E32F}" srcOrd="0" destOrd="0" presId="urn:microsoft.com/office/officeart/2005/8/layout/hierarchy3"/>
    <dgm:cxn modelId="{39CECAD6-3A72-4412-9FA5-124C59D49AC1}" type="presParOf" srcId="{2C7DE01F-56F8-475D-9F58-46B88537E32F}" destId="{DFE294A3-B874-4819-92D6-7222BC61AF94}" srcOrd="0" destOrd="0" presId="urn:microsoft.com/office/officeart/2005/8/layout/hierarchy3"/>
    <dgm:cxn modelId="{58F21F88-29B8-4CF9-8B28-C9A34A0C86A7}" type="presParOf" srcId="{2C7DE01F-56F8-475D-9F58-46B88537E32F}" destId="{4744CADB-5EC9-4830-A6F9-DC071B107BC7}" srcOrd="1" destOrd="0" presId="urn:microsoft.com/office/officeart/2005/8/layout/hierarchy3"/>
    <dgm:cxn modelId="{48A54103-E6BE-4FB6-BEE9-D04D9A299976}" type="presParOf" srcId="{EBD2CCBC-043D-48D3-B4A3-531C1F8E86C1}" destId="{EF449BDB-BB8F-47A8-8912-5219C8086511}" srcOrd="1" destOrd="0" presId="urn:microsoft.com/office/officeart/2005/8/layout/hierarchy3"/>
    <dgm:cxn modelId="{D509AB55-7EC2-45D4-A039-BEA3DDFA7A6B}" type="presParOf" srcId="{C01A447B-E803-4176-B92E-D0BF888B9B8E}" destId="{4F5CE422-7DBD-4295-AA79-061CF67246C3}" srcOrd="6" destOrd="0" presId="urn:microsoft.com/office/officeart/2005/8/layout/hierarchy3"/>
    <dgm:cxn modelId="{92863A12-C1B0-437A-9253-FCAA225A5790}" type="presParOf" srcId="{4F5CE422-7DBD-4295-AA79-061CF67246C3}" destId="{E118E6C9-D31F-4A20-9996-277EAF125965}" srcOrd="0" destOrd="0" presId="urn:microsoft.com/office/officeart/2005/8/layout/hierarchy3"/>
    <dgm:cxn modelId="{38CB3088-285A-4C1D-9845-DF265005C667}" type="presParOf" srcId="{E118E6C9-D31F-4A20-9996-277EAF125965}" destId="{19964B19-E73A-45AA-9F89-544D4F3934CD}" srcOrd="0" destOrd="0" presId="urn:microsoft.com/office/officeart/2005/8/layout/hierarchy3"/>
    <dgm:cxn modelId="{FD075065-4D52-4407-9A02-E9A923183F57}" type="presParOf" srcId="{E118E6C9-D31F-4A20-9996-277EAF125965}" destId="{566AF85B-0F01-4812-9A3D-FE15C8ECD61B}" srcOrd="1" destOrd="0" presId="urn:microsoft.com/office/officeart/2005/8/layout/hierarchy3"/>
    <dgm:cxn modelId="{BD1B69F9-A65D-4410-9BDD-25C7DDB0AC29}" type="presParOf" srcId="{4F5CE422-7DBD-4295-AA79-061CF67246C3}" destId="{C318473D-A165-46BB-95E9-53582BBC4360}"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8E97A-4742-43F6-BD08-CC9FC1289A1B}">
      <dsp:nvSpPr>
        <dsp:cNvPr id="0" name=""/>
        <dsp:cNvSpPr/>
      </dsp:nvSpPr>
      <dsp:spPr>
        <a:xfrm>
          <a:off x="4248"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Purpose</a:t>
          </a:r>
        </a:p>
      </dsp:txBody>
      <dsp:txXfrm>
        <a:off x="22681" y="745845"/>
        <a:ext cx="1221862" cy="592498"/>
      </dsp:txXfrm>
    </dsp:sp>
    <dsp:sp modelId="{FF2FB5A5-2BCE-4B4D-95A7-0FB2441710F0}">
      <dsp:nvSpPr>
        <dsp:cNvPr id="0" name=""/>
        <dsp:cNvSpPr/>
      </dsp:nvSpPr>
      <dsp:spPr>
        <a:xfrm>
          <a:off x="130120" y="1356776"/>
          <a:ext cx="125872" cy="472023"/>
        </a:xfrm>
        <a:custGeom>
          <a:avLst/>
          <a:gdLst/>
          <a:ahLst/>
          <a:cxnLst/>
          <a:rect l="0" t="0" r="0" b="0"/>
          <a:pathLst>
            <a:path>
              <a:moveTo>
                <a:pt x="0" y="0"/>
              </a:moveTo>
              <a:lnTo>
                <a:pt x="0" y="472023"/>
              </a:lnTo>
              <a:lnTo>
                <a:pt x="125872" y="472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DE18BB-33B3-434C-95A8-5AF21A29C9E0}">
      <dsp:nvSpPr>
        <dsp:cNvPr id="0" name=""/>
        <dsp:cNvSpPr/>
      </dsp:nvSpPr>
      <dsp:spPr>
        <a:xfrm>
          <a:off x="255993" y="1514117"/>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What</a:t>
          </a:r>
        </a:p>
      </dsp:txBody>
      <dsp:txXfrm>
        <a:off x="274426" y="1532550"/>
        <a:ext cx="970116" cy="592498"/>
      </dsp:txXfrm>
    </dsp:sp>
    <dsp:sp modelId="{2D53B856-A6AE-441E-9F1A-988FDC355AFD}">
      <dsp:nvSpPr>
        <dsp:cNvPr id="0" name=""/>
        <dsp:cNvSpPr/>
      </dsp:nvSpPr>
      <dsp:spPr>
        <a:xfrm>
          <a:off x="130120" y="1356776"/>
          <a:ext cx="125872" cy="1258728"/>
        </a:xfrm>
        <a:custGeom>
          <a:avLst/>
          <a:gdLst/>
          <a:ahLst/>
          <a:cxnLst/>
          <a:rect l="0" t="0" r="0" b="0"/>
          <a:pathLst>
            <a:path>
              <a:moveTo>
                <a:pt x="0" y="0"/>
              </a:moveTo>
              <a:lnTo>
                <a:pt x="0" y="1258728"/>
              </a:lnTo>
              <a:lnTo>
                <a:pt x="125872" y="12587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9316FB-0086-4346-9CCB-7E89467642F6}">
      <dsp:nvSpPr>
        <dsp:cNvPr id="0" name=""/>
        <dsp:cNvSpPr/>
      </dsp:nvSpPr>
      <dsp:spPr>
        <a:xfrm>
          <a:off x="255993" y="2300823"/>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Why</a:t>
          </a:r>
        </a:p>
      </dsp:txBody>
      <dsp:txXfrm>
        <a:off x="274426" y="2319256"/>
        <a:ext cx="970116" cy="592498"/>
      </dsp:txXfrm>
    </dsp:sp>
    <dsp:sp modelId="{BA1D8BAC-E8E3-4522-8754-A3E04EEE848B}">
      <dsp:nvSpPr>
        <dsp:cNvPr id="0" name=""/>
        <dsp:cNvSpPr/>
      </dsp:nvSpPr>
      <dsp:spPr>
        <a:xfrm>
          <a:off x="1577658"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Actions</a:t>
          </a:r>
        </a:p>
      </dsp:txBody>
      <dsp:txXfrm>
        <a:off x="1596091" y="745845"/>
        <a:ext cx="1221862" cy="592498"/>
      </dsp:txXfrm>
    </dsp:sp>
    <dsp:sp modelId="{B347CD94-5364-4CF8-81EE-9EC452F81D73}">
      <dsp:nvSpPr>
        <dsp:cNvPr id="0" name=""/>
        <dsp:cNvSpPr/>
      </dsp:nvSpPr>
      <dsp:spPr>
        <a:xfrm>
          <a:off x="1703531" y="1356776"/>
          <a:ext cx="125872" cy="472023"/>
        </a:xfrm>
        <a:custGeom>
          <a:avLst/>
          <a:gdLst/>
          <a:ahLst/>
          <a:cxnLst/>
          <a:rect l="0" t="0" r="0" b="0"/>
          <a:pathLst>
            <a:path>
              <a:moveTo>
                <a:pt x="0" y="0"/>
              </a:moveTo>
              <a:lnTo>
                <a:pt x="0" y="472023"/>
              </a:lnTo>
              <a:lnTo>
                <a:pt x="125872" y="472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11EA00-F98B-4011-86A2-64AE58FD01C1}">
      <dsp:nvSpPr>
        <dsp:cNvPr id="0" name=""/>
        <dsp:cNvSpPr/>
      </dsp:nvSpPr>
      <dsp:spPr>
        <a:xfrm>
          <a:off x="1829404" y="1514117"/>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Types</a:t>
          </a:r>
        </a:p>
      </dsp:txBody>
      <dsp:txXfrm>
        <a:off x="1847837" y="1532550"/>
        <a:ext cx="970116" cy="592498"/>
      </dsp:txXfrm>
    </dsp:sp>
    <dsp:sp modelId="{CF936DD4-EC7C-4984-9C98-7FAC1F86BA00}">
      <dsp:nvSpPr>
        <dsp:cNvPr id="0" name=""/>
        <dsp:cNvSpPr/>
      </dsp:nvSpPr>
      <dsp:spPr>
        <a:xfrm>
          <a:off x="1703531" y="1356776"/>
          <a:ext cx="125872" cy="1258728"/>
        </a:xfrm>
        <a:custGeom>
          <a:avLst/>
          <a:gdLst/>
          <a:ahLst/>
          <a:cxnLst/>
          <a:rect l="0" t="0" r="0" b="0"/>
          <a:pathLst>
            <a:path>
              <a:moveTo>
                <a:pt x="0" y="0"/>
              </a:moveTo>
              <a:lnTo>
                <a:pt x="0" y="1258728"/>
              </a:lnTo>
              <a:lnTo>
                <a:pt x="125872" y="12587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430EF4-5F12-4E56-9A70-CA3518C50D02}">
      <dsp:nvSpPr>
        <dsp:cNvPr id="0" name=""/>
        <dsp:cNvSpPr/>
      </dsp:nvSpPr>
      <dsp:spPr>
        <a:xfrm>
          <a:off x="1829404" y="2300823"/>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Examples</a:t>
          </a:r>
        </a:p>
      </dsp:txBody>
      <dsp:txXfrm>
        <a:off x="1847837" y="2319256"/>
        <a:ext cx="970116" cy="592498"/>
      </dsp:txXfrm>
    </dsp:sp>
    <dsp:sp modelId="{D5FC4FC6-FADF-4B14-83A8-E42C71891780}">
      <dsp:nvSpPr>
        <dsp:cNvPr id="0" name=""/>
        <dsp:cNvSpPr/>
      </dsp:nvSpPr>
      <dsp:spPr>
        <a:xfrm>
          <a:off x="3151068"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Activities</a:t>
          </a:r>
        </a:p>
      </dsp:txBody>
      <dsp:txXfrm>
        <a:off x="3169501" y="745845"/>
        <a:ext cx="1221862" cy="592498"/>
      </dsp:txXfrm>
    </dsp:sp>
    <dsp:sp modelId="{A4D6FB4F-7A7B-4888-A8C8-5C170C57B44A}">
      <dsp:nvSpPr>
        <dsp:cNvPr id="0" name=""/>
        <dsp:cNvSpPr/>
      </dsp:nvSpPr>
      <dsp:spPr>
        <a:xfrm>
          <a:off x="3276941" y="1356776"/>
          <a:ext cx="125872" cy="472023"/>
        </a:xfrm>
        <a:custGeom>
          <a:avLst/>
          <a:gdLst/>
          <a:ahLst/>
          <a:cxnLst/>
          <a:rect l="0" t="0" r="0" b="0"/>
          <a:pathLst>
            <a:path>
              <a:moveTo>
                <a:pt x="0" y="0"/>
              </a:moveTo>
              <a:lnTo>
                <a:pt x="0" y="472023"/>
              </a:lnTo>
              <a:lnTo>
                <a:pt x="125872" y="472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538F8F-F7D3-48E5-864F-1E2059B2973A}">
      <dsp:nvSpPr>
        <dsp:cNvPr id="0" name=""/>
        <dsp:cNvSpPr/>
      </dsp:nvSpPr>
      <dsp:spPr>
        <a:xfrm>
          <a:off x="3402814" y="1514117"/>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Types</a:t>
          </a:r>
        </a:p>
      </dsp:txBody>
      <dsp:txXfrm>
        <a:off x="3421247" y="1532550"/>
        <a:ext cx="970116" cy="592498"/>
      </dsp:txXfrm>
    </dsp:sp>
    <dsp:sp modelId="{55068C86-E0D2-470D-99F7-5E743DE8BB8B}">
      <dsp:nvSpPr>
        <dsp:cNvPr id="0" name=""/>
        <dsp:cNvSpPr/>
      </dsp:nvSpPr>
      <dsp:spPr>
        <a:xfrm>
          <a:off x="3276941" y="1356776"/>
          <a:ext cx="125872" cy="1258728"/>
        </a:xfrm>
        <a:custGeom>
          <a:avLst/>
          <a:gdLst/>
          <a:ahLst/>
          <a:cxnLst/>
          <a:rect l="0" t="0" r="0" b="0"/>
          <a:pathLst>
            <a:path>
              <a:moveTo>
                <a:pt x="0" y="0"/>
              </a:moveTo>
              <a:lnTo>
                <a:pt x="0" y="1258728"/>
              </a:lnTo>
              <a:lnTo>
                <a:pt x="125872" y="12587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020FE4-1373-4A73-8D9F-113B2112CC5F}">
      <dsp:nvSpPr>
        <dsp:cNvPr id="0" name=""/>
        <dsp:cNvSpPr/>
      </dsp:nvSpPr>
      <dsp:spPr>
        <a:xfrm>
          <a:off x="3402814" y="2300823"/>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a:t>Examples</a:t>
          </a:r>
          <a:endParaRPr lang="en-US" sz="1300" kern="1200" dirty="0"/>
        </a:p>
      </dsp:txBody>
      <dsp:txXfrm>
        <a:off x="3421247" y="2319256"/>
        <a:ext cx="970116" cy="592498"/>
      </dsp:txXfrm>
    </dsp:sp>
    <dsp:sp modelId="{FCE5DB0A-42ED-4B0B-B894-5B04A63E6BE9}">
      <dsp:nvSpPr>
        <dsp:cNvPr id="0" name=""/>
        <dsp:cNvSpPr/>
      </dsp:nvSpPr>
      <dsp:spPr>
        <a:xfrm>
          <a:off x="4724479"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Reporting</a:t>
          </a:r>
          <a:endParaRPr lang="en-US" sz="2000" kern="1200" dirty="0"/>
        </a:p>
      </dsp:txBody>
      <dsp:txXfrm>
        <a:off x="4742912" y="745845"/>
        <a:ext cx="1221862" cy="592498"/>
      </dsp:txXfrm>
    </dsp:sp>
    <dsp:sp modelId="{D32964A2-41C9-4502-8995-F7720A2E53F6}">
      <dsp:nvSpPr>
        <dsp:cNvPr id="0" name=""/>
        <dsp:cNvSpPr/>
      </dsp:nvSpPr>
      <dsp:spPr>
        <a:xfrm>
          <a:off x="4850352" y="1356776"/>
          <a:ext cx="125872" cy="472023"/>
        </a:xfrm>
        <a:custGeom>
          <a:avLst/>
          <a:gdLst/>
          <a:ahLst/>
          <a:cxnLst/>
          <a:rect l="0" t="0" r="0" b="0"/>
          <a:pathLst>
            <a:path>
              <a:moveTo>
                <a:pt x="0" y="0"/>
              </a:moveTo>
              <a:lnTo>
                <a:pt x="0" y="472023"/>
              </a:lnTo>
              <a:lnTo>
                <a:pt x="125872" y="472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020AA6-E8BA-49FC-AF0A-D43218CFC62D}">
      <dsp:nvSpPr>
        <dsp:cNvPr id="0" name=""/>
        <dsp:cNvSpPr/>
      </dsp:nvSpPr>
      <dsp:spPr>
        <a:xfrm>
          <a:off x="4976224" y="1514117"/>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Methods</a:t>
          </a:r>
        </a:p>
      </dsp:txBody>
      <dsp:txXfrm>
        <a:off x="4994657" y="1532550"/>
        <a:ext cx="970116" cy="592498"/>
      </dsp:txXfrm>
    </dsp:sp>
    <dsp:sp modelId="{7B7B5F32-DEFD-485A-873F-F96031625EB4}">
      <dsp:nvSpPr>
        <dsp:cNvPr id="0" name=""/>
        <dsp:cNvSpPr/>
      </dsp:nvSpPr>
      <dsp:spPr>
        <a:xfrm>
          <a:off x="4850352" y="1356776"/>
          <a:ext cx="125872" cy="1258728"/>
        </a:xfrm>
        <a:custGeom>
          <a:avLst/>
          <a:gdLst/>
          <a:ahLst/>
          <a:cxnLst/>
          <a:rect l="0" t="0" r="0" b="0"/>
          <a:pathLst>
            <a:path>
              <a:moveTo>
                <a:pt x="0" y="0"/>
              </a:moveTo>
              <a:lnTo>
                <a:pt x="0" y="1258728"/>
              </a:lnTo>
              <a:lnTo>
                <a:pt x="125872" y="12587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7F2EB6-5AA7-44E5-AD7B-F5A245DA2BB8}">
      <dsp:nvSpPr>
        <dsp:cNvPr id="0" name=""/>
        <dsp:cNvSpPr/>
      </dsp:nvSpPr>
      <dsp:spPr>
        <a:xfrm>
          <a:off x="4976224" y="2300823"/>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a:t>Examples</a:t>
          </a:r>
          <a:endParaRPr lang="en-US" sz="1300" kern="1200" dirty="0"/>
        </a:p>
      </dsp:txBody>
      <dsp:txXfrm>
        <a:off x="4994657" y="2319256"/>
        <a:ext cx="970116" cy="592498"/>
      </dsp:txXfrm>
    </dsp:sp>
    <dsp:sp modelId="{B7815A60-44A8-4804-A4AE-A3BEB137EC15}">
      <dsp:nvSpPr>
        <dsp:cNvPr id="0" name=""/>
        <dsp:cNvSpPr/>
      </dsp:nvSpPr>
      <dsp:spPr>
        <a:xfrm>
          <a:off x="6297889"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Practice</a:t>
          </a:r>
        </a:p>
      </dsp:txBody>
      <dsp:txXfrm>
        <a:off x="6316322" y="745845"/>
        <a:ext cx="1221862" cy="592498"/>
      </dsp:txXfrm>
    </dsp:sp>
    <dsp:sp modelId="{8333396C-B891-4D6F-8CA3-518457279DE0}">
      <dsp:nvSpPr>
        <dsp:cNvPr id="0" name=""/>
        <dsp:cNvSpPr/>
      </dsp:nvSpPr>
      <dsp:spPr>
        <a:xfrm>
          <a:off x="6423762" y="1356776"/>
          <a:ext cx="125872" cy="472023"/>
        </a:xfrm>
        <a:custGeom>
          <a:avLst/>
          <a:gdLst/>
          <a:ahLst/>
          <a:cxnLst/>
          <a:rect l="0" t="0" r="0" b="0"/>
          <a:pathLst>
            <a:path>
              <a:moveTo>
                <a:pt x="0" y="0"/>
              </a:moveTo>
              <a:lnTo>
                <a:pt x="0" y="472023"/>
              </a:lnTo>
              <a:lnTo>
                <a:pt x="125872" y="472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5C9DE1-D3BB-4D80-9751-8E7A0E6B8958}">
      <dsp:nvSpPr>
        <dsp:cNvPr id="0" name=""/>
        <dsp:cNvSpPr/>
      </dsp:nvSpPr>
      <dsp:spPr>
        <a:xfrm>
          <a:off x="6549635" y="1514117"/>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t>Purpose-driven</a:t>
          </a:r>
        </a:p>
      </dsp:txBody>
      <dsp:txXfrm>
        <a:off x="6568068" y="1532550"/>
        <a:ext cx="970116" cy="592498"/>
      </dsp:txXfrm>
    </dsp:sp>
    <dsp:sp modelId="{A0F45F34-C03F-401C-97C5-6EFC2081985B}">
      <dsp:nvSpPr>
        <dsp:cNvPr id="0" name=""/>
        <dsp:cNvSpPr/>
      </dsp:nvSpPr>
      <dsp:spPr>
        <a:xfrm>
          <a:off x="6423762" y="1356776"/>
          <a:ext cx="125872" cy="1258728"/>
        </a:xfrm>
        <a:custGeom>
          <a:avLst/>
          <a:gdLst/>
          <a:ahLst/>
          <a:cxnLst/>
          <a:rect l="0" t="0" r="0" b="0"/>
          <a:pathLst>
            <a:path>
              <a:moveTo>
                <a:pt x="0" y="0"/>
              </a:moveTo>
              <a:lnTo>
                <a:pt x="0" y="1258728"/>
              </a:lnTo>
              <a:lnTo>
                <a:pt x="125872" y="12587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0F0739-B70A-4767-914E-EA0F6105DC21}">
      <dsp:nvSpPr>
        <dsp:cNvPr id="0" name=""/>
        <dsp:cNvSpPr/>
      </dsp:nvSpPr>
      <dsp:spPr>
        <a:xfrm>
          <a:off x="6549635" y="2300823"/>
          <a:ext cx="1006982" cy="6293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a:t>Contribute!</a:t>
          </a:r>
          <a:endParaRPr lang="en-US" sz="1300" kern="1200" dirty="0"/>
        </a:p>
      </dsp:txBody>
      <dsp:txXfrm>
        <a:off x="6568068" y="2319256"/>
        <a:ext cx="970116" cy="592498"/>
      </dsp:txXfrm>
    </dsp:sp>
    <dsp:sp modelId="{DFE294A3-B874-4819-92D6-7222BC61AF94}">
      <dsp:nvSpPr>
        <dsp:cNvPr id="0" name=""/>
        <dsp:cNvSpPr/>
      </dsp:nvSpPr>
      <dsp:spPr>
        <a:xfrm>
          <a:off x="7871300"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Glossary</a:t>
          </a:r>
          <a:endParaRPr lang="en-US" sz="2000" kern="1200" dirty="0"/>
        </a:p>
      </dsp:txBody>
      <dsp:txXfrm>
        <a:off x="7889733" y="745845"/>
        <a:ext cx="1221862" cy="592498"/>
      </dsp:txXfrm>
    </dsp:sp>
    <dsp:sp modelId="{19964B19-E73A-45AA-9F89-544D4F3934CD}">
      <dsp:nvSpPr>
        <dsp:cNvPr id="0" name=""/>
        <dsp:cNvSpPr/>
      </dsp:nvSpPr>
      <dsp:spPr>
        <a:xfrm>
          <a:off x="9444710" y="727412"/>
          <a:ext cx="1258728" cy="62936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About</a:t>
          </a:r>
        </a:p>
      </dsp:txBody>
      <dsp:txXfrm>
        <a:off x="9463143" y="745845"/>
        <a:ext cx="1221862" cy="59249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50E45-4150-774C-926C-C38E8D3D53A2}" type="datetimeFigureOut">
              <a:rPr lang="en-US" smtClean="0"/>
              <a:t>8/7/2026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521FDE-8B98-8341-81C2-8A3D3E8A17A5}" type="slidenum">
              <a:rPr lang="en-US" smtClean="0"/>
              <a:t>‹#›</a:t>
            </a:fld>
            <a:endParaRPr lang="en-US" dirty="0"/>
          </a:p>
        </p:txBody>
      </p:sp>
    </p:spTree>
    <p:extLst>
      <p:ext uri="{BB962C8B-B14F-4D97-AF65-F5344CB8AC3E}">
        <p14:creationId xmlns:p14="http://schemas.microsoft.com/office/powerpoint/2010/main" val="4027704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A4A20-9E70-4ADF-93C1-5AE458194889}"/>
              </a:ext>
            </a:extLst>
          </p:cNvPr>
          <p:cNvSpPr>
            <a:spLocks noGrp="1"/>
          </p:cNvSpPr>
          <p:nvPr>
            <p:ph type="ctrTitle"/>
          </p:nvPr>
        </p:nvSpPr>
        <p:spPr>
          <a:xfrm>
            <a:off x="649224" y="749808"/>
            <a:ext cx="6812280" cy="4206240"/>
          </a:xfrm>
        </p:spPr>
        <p:txBody>
          <a:bodyPr anchor="t">
            <a:normAutofit/>
          </a:bodyPr>
          <a:lstStyle>
            <a:lvl1pPr algn="l">
              <a:defRPr sz="600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A1A2C5-995E-4938-A286-FF484EFA52D5}"/>
              </a:ext>
            </a:extLst>
          </p:cNvPr>
          <p:cNvSpPr>
            <a:spLocks noGrp="1"/>
          </p:cNvSpPr>
          <p:nvPr>
            <p:ph type="subTitle" idx="1"/>
          </p:nvPr>
        </p:nvSpPr>
        <p:spPr>
          <a:xfrm>
            <a:off x="649223" y="5257800"/>
            <a:ext cx="6812279" cy="1307592"/>
          </a:xfrm>
        </p:spPr>
        <p:txBody>
          <a:bodyPr anchor="t">
            <a:normAutofit/>
          </a:bodyPr>
          <a:lstStyle>
            <a:lvl1pPr marL="0" indent="0" algn="l">
              <a:lnSpc>
                <a:spcPct val="100000"/>
              </a:lnSpc>
              <a:buNone/>
              <a:defRPr sz="2800" b="1">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Picture Placeholder 16">
            <a:extLst>
              <a:ext uri="{FF2B5EF4-FFF2-40B4-BE49-F238E27FC236}">
                <a16:creationId xmlns:a16="http://schemas.microsoft.com/office/drawing/2014/main" id="{C6A8E625-65C2-D767-7DCE-651B5503EA63}"/>
              </a:ext>
            </a:extLst>
          </p:cNvPr>
          <p:cNvSpPr>
            <a:spLocks noGrp="1"/>
          </p:cNvSpPr>
          <p:nvPr>
            <p:ph type="pic" sz="quarter" idx="13" hasCustomPrompt="1"/>
          </p:nvPr>
        </p:nvSpPr>
        <p:spPr>
          <a:xfrm>
            <a:off x="8113533" y="0"/>
            <a:ext cx="4082983" cy="6858000"/>
          </a:xfrm>
        </p:spPr>
        <p:txBody>
          <a:bodyPr/>
          <a:lstStyle>
            <a:lvl1pPr marL="0" indent="0" algn="ctr">
              <a:buNone/>
              <a:defRPr>
                <a:solidFill>
                  <a:schemeClr val="bg1"/>
                </a:solidFill>
              </a:defRPr>
            </a:lvl1pPr>
          </a:lstStyle>
          <a:p>
            <a:r>
              <a:rPr lang="en-US" dirty="0"/>
              <a:t>Click to add photo</a:t>
            </a:r>
          </a:p>
        </p:txBody>
      </p:sp>
    </p:spTree>
    <p:extLst>
      <p:ext uri="{BB962C8B-B14F-4D97-AF65-F5344CB8AC3E}">
        <p14:creationId xmlns:p14="http://schemas.microsoft.com/office/powerpoint/2010/main" val="370622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D3C5B21-C400-4C50-8684-59543CDC43F2}"/>
              </a:ext>
            </a:extLst>
          </p:cNvPr>
          <p:cNvSpPr>
            <a:spLocks noGrp="1"/>
          </p:cNvSpPr>
          <p:nvPr>
            <p:ph type="pic" sz="quarter" idx="13" hasCustomPrompt="1"/>
          </p:nvPr>
        </p:nvSpPr>
        <p:spPr>
          <a:xfrm>
            <a:off x="-2" y="0"/>
            <a:ext cx="12192000" cy="6858000"/>
          </a:xfrm>
          <a:noFill/>
        </p:spPr>
        <p:txBody>
          <a:bodyPr anchor="b"/>
          <a:lstStyle>
            <a:lvl1pPr marL="0" indent="0" algn="ctr">
              <a:buNone/>
              <a:defRPr/>
            </a:lvl1pPr>
          </a:lstStyle>
          <a:p>
            <a:r>
              <a:rPr lang="en-US" dirty="0"/>
              <a:t>Click to add photo</a:t>
            </a:r>
          </a:p>
        </p:txBody>
      </p:sp>
      <p:sp>
        <p:nvSpPr>
          <p:cNvPr id="17" name="Title 1">
            <a:extLst>
              <a:ext uri="{FF2B5EF4-FFF2-40B4-BE49-F238E27FC236}">
                <a16:creationId xmlns:a16="http://schemas.microsoft.com/office/drawing/2014/main" id="{F81B040C-8943-4433-BFE9-AFB1F7C9ED4F}"/>
              </a:ext>
            </a:extLst>
          </p:cNvPr>
          <p:cNvSpPr>
            <a:spLocks noGrp="1"/>
          </p:cNvSpPr>
          <p:nvPr>
            <p:ph type="ctrTitle"/>
          </p:nvPr>
        </p:nvSpPr>
        <p:spPr>
          <a:xfrm>
            <a:off x="1177636" y="-2"/>
            <a:ext cx="11014364" cy="4100947"/>
          </a:xfrm>
          <a:gradFill>
            <a:gsLst>
              <a:gs pos="77000">
                <a:srgbClr val="000000">
                  <a:alpha val="30000"/>
                </a:srgbClr>
              </a:gs>
              <a:gs pos="38000">
                <a:srgbClr val="000000">
                  <a:alpha val="20000"/>
                </a:srgbClr>
              </a:gs>
              <a:gs pos="0">
                <a:srgbClr val="000000">
                  <a:alpha val="0"/>
                </a:srgbClr>
              </a:gs>
              <a:gs pos="20000">
                <a:srgbClr val="000000">
                  <a:alpha val="0"/>
                </a:srgbClr>
              </a:gs>
              <a:gs pos="100000">
                <a:srgbClr val="000000">
                  <a:alpha val="30000"/>
                </a:srgbClr>
              </a:gs>
            </a:gsLst>
            <a:lin ang="21594000" scaled="0"/>
          </a:gradFill>
        </p:spPr>
        <p:txBody>
          <a:bodyPr rIns="731520">
            <a:normAutofit/>
          </a:bodyPr>
          <a:lstStyle>
            <a:lvl1pPr algn="r">
              <a:defRPr sz="600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title style</a:t>
            </a:r>
            <a:endParaRPr lang="en-US" dirty="0">
              <a:solidFill>
                <a:srgbClr val="FFFF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5534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left">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FE912F-46EC-49B0-9C9A-DE9CBDF9FBBF}"/>
              </a:ext>
            </a:extLst>
          </p:cNvPr>
          <p:cNvSpPr>
            <a:spLocks noGrp="1"/>
          </p:cNvSpPr>
          <p:nvPr>
            <p:ph type="ctrTitle"/>
          </p:nvPr>
        </p:nvSpPr>
        <p:spPr>
          <a:xfrm>
            <a:off x="5623560" y="685800"/>
            <a:ext cx="5943600" cy="4379976"/>
          </a:xfrm>
        </p:spPr>
        <p:txBody>
          <a:bodyPr anchor="t">
            <a:normAutofit/>
          </a:bodyPr>
          <a:lstStyle>
            <a:lvl1pPr>
              <a:defRPr sz="6000" spc="-20" baseline="0">
                <a:solidFill>
                  <a:schemeClr val="bg1"/>
                </a:solidFill>
              </a:defRPr>
            </a:lvl1pPr>
          </a:lstStyle>
          <a:p>
            <a:r>
              <a:rPr lang="en-US" sz="6000"/>
              <a:t>Click to edit Master title style</a:t>
            </a:r>
            <a:endParaRPr lang="en-US" sz="6000" dirty="0"/>
          </a:p>
        </p:txBody>
      </p:sp>
      <p:sp>
        <p:nvSpPr>
          <p:cNvPr id="5" name="Subtitle 2">
            <a:extLst>
              <a:ext uri="{FF2B5EF4-FFF2-40B4-BE49-F238E27FC236}">
                <a16:creationId xmlns:a16="http://schemas.microsoft.com/office/drawing/2014/main" id="{9BF32D81-1E24-45B8-A09D-EEAD404D8F31}"/>
              </a:ext>
            </a:extLst>
          </p:cNvPr>
          <p:cNvSpPr>
            <a:spLocks noGrp="1"/>
          </p:cNvSpPr>
          <p:nvPr>
            <p:ph type="subTitle" idx="1"/>
          </p:nvPr>
        </p:nvSpPr>
        <p:spPr>
          <a:xfrm>
            <a:off x="5623560" y="5065776"/>
            <a:ext cx="5945393" cy="1108335"/>
          </a:xfrm>
        </p:spPr>
        <p:txBody>
          <a:bodyPr anchor="b">
            <a:normAutofit/>
          </a:bodyPr>
          <a:lstStyle>
            <a:lvl1pPr marL="0" indent="0">
              <a:buNone/>
              <a:defRPr sz="2400">
                <a:solidFill>
                  <a:schemeClr val="bg1"/>
                </a:solidFill>
              </a:defRPr>
            </a:lvl1pPr>
          </a:lstStyle>
          <a:p>
            <a:r>
              <a:rPr lang="en-US"/>
              <a:t>Click to edit Master subtitle style</a:t>
            </a:r>
            <a:endParaRPr lang="en-US" dirty="0"/>
          </a:p>
        </p:txBody>
      </p:sp>
      <p:sp>
        <p:nvSpPr>
          <p:cNvPr id="14" name="Picture Placeholder 12">
            <a:extLst>
              <a:ext uri="{FF2B5EF4-FFF2-40B4-BE49-F238E27FC236}">
                <a16:creationId xmlns:a16="http://schemas.microsoft.com/office/drawing/2014/main" id="{D71BA6F2-2182-4910-8DA6-71E5AB274588}"/>
              </a:ext>
            </a:extLst>
          </p:cNvPr>
          <p:cNvSpPr>
            <a:spLocks noGrp="1"/>
          </p:cNvSpPr>
          <p:nvPr>
            <p:ph type="pic" sz="quarter" idx="13" hasCustomPrompt="1"/>
          </p:nvPr>
        </p:nvSpPr>
        <p:spPr>
          <a:xfrm>
            <a:off x="0" y="0"/>
            <a:ext cx="5105400" cy="6858000"/>
          </a:xfrm>
        </p:spPr>
        <p:txBody>
          <a:bodyPr/>
          <a:lstStyle>
            <a:lvl1pPr marL="0" indent="0" algn="ctr">
              <a:buNone/>
              <a:defRPr>
                <a:solidFill>
                  <a:schemeClr val="bg1"/>
                </a:solidFill>
              </a:defRPr>
            </a:lvl1pPr>
          </a:lstStyle>
          <a:p>
            <a:r>
              <a:rPr lang="en-US" dirty="0"/>
              <a:t>Click to add photo</a:t>
            </a:r>
          </a:p>
        </p:txBody>
      </p:sp>
    </p:spTree>
    <p:extLst>
      <p:ext uri="{BB962C8B-B14F-4D97-AF65-F5344CB8AC3E}">
        <p14:creationId xmlns:p14="http://schemas.microsoft.com/office/powerpoint/2010/main" val="200201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F2AAFDE-CB45-46CA-8961-8133FCA5F385}"/>
              </a:ext>
              <a:ext uri="{C183D7F6-B498-43B3-948B-1728B52AA6E4}">
                <adec:decorative xmlns:adec="http://schemas.microsoft.com/office/drawing/2017/decorative" val="1"/>
              </a:ext>
            </a:extLst>
          </p:cNvPr>
          <p:cNvSpPr/>
          <p:nvPr userDrawn="1"/>
        </p:nvSpPr>
        <p:spPr>
          <a:xfrm>
            <a:off x="0" y="0"/>
            <a:ext cx="50657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Title 1">
            <a:extLst>
              <a:ext uri="{FF2B5EF4-FFF2-40B4-BE49-F238E27FC236}">
                <a16:creationId xmlns:a16="http://schemas.microsoft.com/office/drawing/2014/main" id="{B209C30D-AB58-482B-B553-F71367094EB9}"/>
              </a:ext>
            </a:extLst>
          </p:cNvPr>
          <p:cNvSpPr>
            <a:spLocks noGrp="1"/>
          </p:cNvSpPr>
          <p:nvPr>
            <p:ph type="title"/>
          </p:nvPr>
        </p:nvSpPr>
        <p:spPr>
          <a:xfrm>
            <a:off x="649224" y="685800"/>
            <a:ext cx="3867912" cy="5504688"/>
          </a:xfrm>
        </p:spPr>
        <p:txBody>
          <a:bodyPr anchor="ctr">
            <a:normAutofit/>
          </a:bodyPr>
          <a:lstStyle>
            <a:lvl1pPr>
              <a:defRPr sz="4000"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5065776" y="0"/>
            <a:ext cx="7123176" cy="1965960"/>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5724144" y="2496312"/>
            <a:ext cx="5705856" cy="3822192"/>
          </a:xfrm>
        </p:spPr>
        <p:txBody>
          <a:bodyPr>
            <a:normAutofit/>
          </a:bodyPr>
          <a:lstStyle>
            <a:lvl1pPr marL="342900" indent="-342900">
              <a:buFont typeface="Arial" panose="020B0604020202020204" pitchFamily="34" charset="0"/>
              <a:buChar char="•"/>
              <a:defRPr sz="2000"/>
            </a:lvl1pPr>
          </a:lstStyle>
          <a:p>
            <a:pPr lvl="0"/>
            <a:r>
              <a:rPr lang="en-US" dirty="0"/>
              <a:t>Click to add text</a:t>
            </a:r>
          </a:p>
        </p:txBody>
      </p:sp>
      <p:sp>
        <p:nvSpPr>
          <p:cNvPr id="13" name="Footer Placeholder 4">
            <a:extLst>
              <a:ext uri="{FF2B5EF4-FFF2-40B4-BE49-F238E27FC236}">
                <a16:creationId xmlns:a16="http://schemas.microsoft.com/office/drawing/2014/main" id="{D946F5EF-2C45-4A87-A1DD-BD2A6FB91BC5}"/>
              </a:ext>
            </a:extLst>
          </p:cNvPr>
          <p:cNvSpPr>
            <a:spLocks noGrp="1"/>
          </p:cNvSpPr>
          <p:nvPr>
            <p:ph type="ftr" sz="quarter" idx="11"/>
          </p:nvPr>
        </p:nvSpPr>
        <p:spPr>
          <a:xfrm>
            <a:off x="199277" y="6356350"/>
            <a:ext cx="3749040" cy="365125"/>
          </a:xfrm>
        </p:spPr>
        <p:txBody>
          <a:bodyPr/>
          <a:lstStyle>
            <a:lvl1pPr>
              <a:defRPr>
                <a:solidFill>
                  <a:schemeClr val="bg1"/>
                </a:solidFill>
              </a:defRPr>
            </a:lvl1pPr>
          </a:lstStyle>
          <a:p>
            <a:r>
              <a:rPr lang="en-US" dirty="0"/>
              <a:t>Presentation title</a:t>
            </a:r>
          </a:p>
        </p:txBody>
      </p:sp>
      <p:sp>
        <p:nvSpPr>
          <p:cNvPr id="14" name="Date Placeholder 3">
            <a:extLst>
              <a:ext uri="{FF2B5EF4-FFF2-40B4-BE49-F238E27FC236}">
                <a16:creationId xmlns:a16="http://schemas.microsoft.com/office/drawing/2014/main" id="{9188F17E-DD3B-4CCC-957F-5A6914488466}"/>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5" name="Slide Number Placeholder 5">
            <a:extLst>
              <a:ext uri="{FF2B5EF4-FFF2-40B4-BE49-F238E27FC236}">
                <a16:creationId xmlns:a16="http://schemas.microsoft.com/office/drawing/2014/main" id="{2A0235C7-971D-4E52-B991-EFA44A9AFC3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4D815C-8BF3-4ECF-A945-A2A7C2983AF9}"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2698149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377440"/>
            <a:ext cx="5157216" cy="38404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6254496" y="2377440"/>
            <a:ext cx="5157216" cy="38404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6529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7123176" y="-1"/>
            <a:ext cx="50657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7726680" y="667512"/>
            <a:ext cx="3867912" cy="5522976"/>
          </a:xfrm>
        </p:spPr>
        <p:txBody>
          <a:bodyPr anchor="ctr">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1088136" y="859536"/>
            <a:ext cx="5166360" cy="1499616"/>
          </a:xfrm>
        </p:spPr>
        <p:txBody>
          <a:bodyPr/>
          <a:lstStyle>
            <a:lvl1pPr marL="512064" indent="-512064">
              <a:buClr>
                <a:schemeClr val="accent3">
                  <a:lumMod val="50000"/>
                </a:schemeClr>
              </a:buClr>
              <a:buFont typeface="+mj-lt"/>
              <a:buAutoNum type="arabicPeriod"/>
              <a:defRPr sz="2000"/>
            </a:lvl1pPr>
            <a:lvl2pPr marL="1097280" indent="-457200">
              <a:spcBef>
                <a:spcPts val="1000"/>
              </a:spcBef>
              <a:buClr>
                <a:schemeClr val="accent3">
                  <a:lumMod val="50000"/>
                </a:schemeClr>
              </a:buClr>
              <a:buFont typeface="+mj-lt"/>
              <a:buAutoNum type="alphaLcPeriod"/>
              <a:defRPr/>
            </a:lvl2pPr>
            <a:lvl3pPr marL="164592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1088136" y="2706624"/>
            <a:ext cx="5084064" cy="33832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r>
              <a:rPr lang="en-US" dirty="0"/>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06B786C7-B8F9-4072-AAAA-17258464D730}" type="slidenum">
              <a:rPr lang="en-US" smtClean="0"/>
              <a:pPr>
                <a:defRPr/>
              </a:pPr>
              <a:t>‹#›</a:t>
            </a:fld>
            <a:endParaRPr lang="en-US" dirty="0"/>
          </a:p>
        </p:txBody>
      </p:sp>
    </p:spTree>
    <p:extLst>
      <p:ext uri="{BB962C8B-B14F-4D97-AF65-F5344CB8AC3E}">
        <p14:creationId xmlns:p14="http://schemas.microsoft.com/office/powerpoint/2010/main" val="374382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615184"/>
            <a:ext cx="5614416" cy="3840480"/>
          </a:xfrm>
        </p:spPr>
        <p:txBody>
          <a:bodyPr/>
          <a:lstStyle>
            <a:lvl1pPr marL="0" indent="0">
              <a:spcAft>
                <a:spcPts val="1200"/>
              </a:spcAft>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7123176" y="1958009"/>
            <a:ext cx="5068824" cy="4899991"/>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77942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523744"/>
            <a:ext cx="2862072" cy="3566160"/>
          </a:xfrm>
        </p:spPr>
        <p:txBody>
          <a:bodyPr/>
          <a:lstStyle>
            <a:lvl1pPr marL="0" indent="0">
              <a:spcAft>
                <a:spcPts val="1200"/>
              </a:spcAft>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3867912" y="2523744"/>
            <a:ext cx="7808976" cy="3694176"/>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775908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295144"/>
            <a:ext cx="6464808" cy="4379976"/>
          </a:xfrm>
        </p:spPr>
        <p:txBody>
          <a:bodyPr/>
          <a:lstStyle>
            <a:lvl1pPr marL="228600" indent="-228600">
              <a:buFont typeface="Arial" panose="020B0604020202020204" pitchFamily="34" charset="0"/>
              <a:buChar char="•"/>
              <a:defRPr sz="2000"/>
            </a:lvl1pPr>
            <a:lvl2pPr marL="685800">
              <a:spcBef>
                <a:spcPts val="500"/>
              </a:spcBef>
              <a:buClr>
                <a:schemeClr val="accent3">
                  <a:lumMod val="50000"/>
                </a:schemeClr>
              </a:buClr>
              <a:defRPr/>
            </a:lvl2pPr>
            <a:lvl3pPr marL="1143000">
              <a:spcBef>
                <a:spcPts val="500"/>
              </a:spcBef>
              <a:buClr>
                <a:schemeClr val="accent3">
                  <a:lumMod val="50000"/>
                </a:schemeClr>
              </a:buClr>
              <a:defRPr/>
            </a:lvl3pPr>
            <a:lvl4pPr marL="1600200">
              <a:spcBef>
                <a:spcPts val="500"/>
              </a:spcBef>
              <a:buClr>
                <a:schemeClr val="accent3">
                  <a:lumMod val="50000"/>
                </a:schemeClr>
              </a:buClr>
              <a:defRPr/>
            </a:lvl4pPr>
            <a:lvl5pPr marL="2057400">
              <a:spcBef>
                <a:spcPts val="5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7671816" y="2295144"/>
            <a:ext cx="3749040" cy="38404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61825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523744"/>
            <a:ext cx="10707624" cy="3657600"/>
          </a:xfrm>
        </p:spPr>
        <p:txBody>
          <a:bodyPr/>
          <a:lstStyle>
            <a:lvl1pPr marL="228600" indent="-228600">
              <a:buFont typeface="Arial" panose="020B0604020202020204" pitchFamily="34" charset="0"/>
              <a:buChar char="•"/>
              <a:defRPr sz="2000"/>
            </a:lvl1pPr>
            <a:lvl2pPr marL="685800">
              <a:spcBef>
                <a:spcPts val="500"/>
              </a:spcBef>
              <a:buClr>
                <a:schemeClr val="accent3">
                  <a:lumMod val="50000"/>
                </a:schemeClr>
              </a:buClr>
              <a:defRPr/>
            </a:lvl2pPr>
            <a:lvl3pPr marL="1143000">
              <a:spcBef>
                <a:spcPts val="500"/>
              </a:spcBef>
              <a:buClr>
                <a:schemeClr val="accent3">
                  <a:lumMod val="50000"/>
                </a:schemeClr>
              </a:buClr>
              <a:defRPr/>
            </a:lvl3pPr>
            <a:lvl4pPr marL="1600200">
              <a:spcBef>
                <a:spcPts val="500"/>
              </a:spcBef>
              <a:buClr>
                <a:schemeClr val="accent3">
                  <a:lumMod val="50000"/>
                </a:schemeClr>
              </a:buClr>
              <a:defRPr/>
            </a:lvl4pPr>
            <a:lvl5pPr marL="2057400">
              <a:spcBef>
                <a:spcPts val="5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2910439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920A8F-16C2-B12B-3951-097B62DB8E5C}"/>
              </a:ext>
              <a:ext uri="{C183D7F6-B498-43B3-948B-1728B52AA6E4}">
                <adec:decorative xmlns:adec="http://schemas.microsoft.com/office/drawing/2017/decorative" val="1"/>
              </a:ext>
            </a:extLst>
          </p:cNvPr>
          <p:cNvSpPr/>
          <p:nvPr userDrawn="1"/>
        </p:nvSpPr>
        <p:spPr>
          <a:xfrm>
            <a:off x="0" y="3525079"/>
            <a:ext cx="12192000" cy="33329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22AF23EB-182C-6270-2663-CB53680A47AD}"/>
              </a:ext>
            </a:extLst>
          </p:cNvPr>
          <p:cNvSpPr>
            <a:spLocks noGrp="1"/>
          </p:cNvSpPr>
          <p:nvPr>
            <p:ph type="title"/>
          </p:nvPr>
        </p:nvSpPr>
        <p:spPr>
          <a:xfrm>
            <a:off x="649224" y="3813048"/>
            <a:ext cx="10780776" cy="2651760"/>
          </a:xfrm>
        </p:spPr>
        <p:txBody>
          <a:bodyPr anchor="ctr">
            <a:normAutofit/>
          </a:bodyPr>
          <a:lstStyle>
            <a:lvl1pPr>
              <a:defRPr sz="6000">
                <a:solidFill>
                  <a:schemeClr val="bg1"/>
                </a:solidFill>
              </a:defRPr>
            </a:lvl1pPr>
          </a:lstStyle>
          <a:p>
            <a:r>
              <a:rPr lang="en-US"/>
              <a:t>Click to edit Master title style</a:t>
            </a:r>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0" y="0"/>
            <a:ext cx="7900416" cy="3529584"/>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8458200" y="1051560"/>
            <a:ext cx="3566160" cy="1554480"/>
          </a:xfrm>
        </p:spPr>
        <p:txBody>
          <a:bodyPr>
            <a:normAutofit/>
          </a:bodyPr>
          <a:lstStyle>
            <a:lvl1pPr marL="0" indent="0" algn="l">
              <a:lnSpc>
                <a:spcPct val="100000"/>
              </a:lnSpc>
              <a:spcBef>
                <a:spcPts val="0"/>
              </a:spcBef>
              <a:spcAft>
                <a:spcPts val="1200"/>
              </a:spcAft>
              <a:buFont typeface="Arial" panose="020B0604020202020204" pitchFamily="34" charset="0"/>
              <a:buNone/>
              <a:defRPr sz="2400">
                <a:solidFill>
                  <a:schemeClr val="accent3">
                    <a:lumMod val="50000"/>
                  </a:schemeClr>
                </a:solidFill>
              </a:defRPr>
            </a:lvl1pPr>
          </a:lstStyle>
          <a:p>
            <a:pPr lvl="0"/>
            <a:r>
              <a:rPr lang="en-US" dirty="0"/>
              <a:t>Click to add text</a:t>
            </a:r>
          </a:p>
        </p:txBody>
      </p:sp>
    </p:spTree>
    <p:extLst>
      <p:ext uri="{BB962C8B-B14F-4D97-AF65-F5344CB8AC3E}">
        <p14:creationId xmlns:p14="http://schemas.microsoft.com/office/powerpoint/2010/main" val="1993282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E30A8-0D9C-47BB-8249-8A2EEEFC72DD}"/>
              </a:ext>
            </a:extLst>
          </p:cNvPr>
          <p:cNvSpPr>
            <a:spLocks noGrp="1"/>
          </p:cNvSpPr>
          <p:nvPr>
            <p:ph type="title"/>
          </p:nvPr>
        </p:nvSpPr>
        <p:spPr>
          <a:xfrm>
            <a:off x="649224" y="365124"/>
            <a:ext cx="10552176" cy="149961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FE93687-61FE-460F-A66F-4DF17994F394}"/>
              </a:ext>
            </a:extLst>
          </p:cNvPr>
          <p:cNvSpPr>
            <a:spLocks noGrp="1"/>
          </p:cNvSpPr>
          <p:nvPr>
            <p:ph type="body" idx="1"/>
          </p:nvPr>
        </p:nvSpPr>
        <p:spPr>
          <a:xfrm>
            <a:off x="649224" y="1984248"/>
            <a:ext cx="10552176" cy="41970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EE1FFB-7673-4E75-9B5C-5572E2B0683B}"/>
              </a:ext>
            </a:extLst>
          </p:cNvPr>
          <p:cNvSpPr>
            <a:spLocks noGrp="1"/>
          </p:cNvSpPr>
          <p:nvPr>
            <p:ph type="dt" sz="half" idx="2"/>
          </p:nvPr>
        </p:nvSpPr>
        <p:spPr>
          <a:xfrm>
            <a:off x="7013448" y="6355080"/>
            <a:ext cx="4352544" cy="365125"/>
          </a:xfrm>
          <a:prstGeom prst="rect">
            <a:avLst/>
          </a:prstGeom>
        </p:spPr>
        <p:txBody>
          <a:bodyPr vert="horz" lIns="91440" tIns="45720" rIns="91440" bIns="45720" rtlCol="0" anchor="ctr"/>
          <a:lstStyle>
            <a:lvl1pPr algn="r">
              <a:defRPr sz="1050">
                <a:solidFill>
                  <a:schemeClr val="tx1"/>
                </a:solidFill>
              </a:defRPr>
            </a:lvl1pPr>
          </a:lstStyle>
          <a:p>
            <a:fld id="{EE518CBA-D8B4-47B2-892B-826C26D1B466}" type="datetimeFigureOut">
              <a:rPr lang="en-US" smtClean="0"/>
              <a:pPr/>
              <a:t>8/7/2026</a:t>
            </a:fld>
            <a:endParaRPr lang="en-US" dirty="0"/>
          </a:p>
        </p:txBody>
      </p:sp>
      <p:sp>
        <p:nvSpPr>
          <p:cNvPr id="5" name="Footer Placeholder 4">
            <a:extLst>
              <a:ext uri="{FF2B5EF4-FFF2-40B4-BE49-F238E27FC236}">
                <a16:creationId xmlns:a16="http://schemas.microsoft.com/office/drawing/2014/main" id="{66C4B9AF-F93C-43E8-8E68-3B700825CE91}"/>
              </a:ext>
            </a:extLst>
          </p:cNvPr>
          <p:cNvSpPr>
            <a:spLocks noGrp="1"/>
          </p:cNvSpPr>
          <p:nvPr>
            <p:ph type="ftr" sz="quarter" idx="3"/>
          </p:nvPr>
        </p:nvSpPr>
        <p:spPr>
          <a:xfrm>
            <a:off x="201168" y="6356350"/>
            <a:ext cx="4837176" cy="365125"/>
          </a:xfrm>
          <a:prstGeom prst="rect">
            <a:avLst/>
          </a:prstGeom>
        </p:spPr>
        <p:txBody>
          <a:bodyPr vert="horz" lIns="91440" tIns="45720" rIns="91440" bIns="45720" rtlCol="0" anchor="ctr"/>
          <a:lstStyle>
            <a:lvl1pPr algn="l">
              <a:defRPr sz="1050">
                <a:solidFill>
                  <a:schemeClr val="tx1"/>
                </a:solidFill>
              </a:defRPr>
            </a:lvl1pPr>
          </a:lstStyle>
          <a:p>
            <a:endParaRPr lang="en-US" sz="1050" dirty="0"/>
          </a:p>
        </p:txBody>
      </p:sp>
      <p:sp>
        <p:nvSpPr>
          <p:cNvPr id="6" name="Slide Number Placeholder 5">
            <a:extLst>
              <a:ext uri="{FF2B5EF4-FFF2-40B4-BE49-F238E27FC236}">
                <a16:creationId xmlns:a16="http://schemas.microsoft.com/office/drawing/2014/main" id="{9CD739F7-0AE5-4677-8957-9961D67C18E5}"/>
              </a:ext>
            </a:extLst>
          </p:cNvPr>
          <p:cNvSpPr>
            <a:spLocks noGrp="1"/>
          </p:cNvSpPr>
          <p:nvPr>
            <p:ph type="sldNum" sz="quarter" idx="4"/>
          </p:nvPr>
        </p:nvSpPr>
        <p:spPr>
          <a:xfrm>
            <a:off x="11365992" y="6356350"/>
            <a:ext cx="630936" cy="365125"/>
          </a:xfrm>
          <a:prstGeom prst="rect">
            <a:avLst/>
          </a:prstGeom>
        </p:spPr>
        <p:txBody>
          <a:bodyPr vert="horz" lIns="91440" tIns="45720" rIns="91440" bIns="45720" rtlCol="0" anchor="ctr"/>
          <a:lstStyle>
            <a:lvl1pPr algn="r">
              <a:defRPr sz="1050">
                <a:solidFill>
                  <a:schemeClr val="tx1"/>
                </a:solidFill>
              </a:defRPr>
            </a:lvl1pPr>
          </a:lstStyle>
          <a:p>
            <a:fld id="{0D4885A8-DDA8-4FCF-AB25-DA8F78EC7557}" type="slidenum">
              <a:rPr lang="en-US" smtClean="0"/>
              <a:pPr/>
              <a:t>‹#›</a:t>
            </a:fld>
            <a:endParaRPr lang="en-US" dirty="0"/>
          </a:p>
        </p:txBody>
      </p:sp>
    </p:spTree>
    <p:extLst>
      <p:ext uri="{BB962C8B-B14F-4D97-AF65-F5344CB8AC3E}">
        <p14:creationId xmlns:p14="http://schemas.microsoft.com/office/powerpoint/2010/main" val="3899840436"/>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800" b="1" kern="1200" spc="-40" baseline="0">
          <a:solidFill>
            <a:schemeClr val="accent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49224" y="749808"/>
            <a:ext cx="6812280" cy="4206240"/>
          </a:xfrm>
        </p:spPr>
        <p:txBody>
          <a:bodyPr anchor="t">
            <a:noAutofit/>
          </a:bodyPr>
          <a:lstStyle/>
          <a:p>
            <a:r>
              <a:rPr lang="en-US" dirty="0"/>
              <a:t>Open Data Action Toolkit</a:t>
            </a:r>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649223" y="5257800"/>
            <a:ext cx="6812279" cy="1307592"/>
          </a:xfrm>
        </p:spPr>
        <p:txBody>
          <a:bodyPr anchor="t">
            <a:normAutofit/>
          </a:bodyPr>
          <a:lstStyle/>
          <a:p>
            <a:r>
              <a:rPr lang="en-US" dirty="0"/>
              <a:t>Guide to track actions and activities in an open data ecosystem.</a:t>
            </a:r>
          </a:p>
        </p:txBody>
      </p:sp>
      <p:pic>
        <p:nvPicPr>
          <p:cNvPr id="5" name="Picture Placeholder 4" descr="View of the mountains at sunset">
            <a:extLst>
              <a:ext uri="{FF2B5EF4-FFF2-40B4-BE49-F238E27FC236}">
                <a16:creationId xmlns:a16="http://schemas.microsoft.com/office/drawing/2014/main" id="{A33E67C0-6C95-48DB-97CC-8CE8D36C05F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25" r="25"/>
          <a:stretch/>
        </p:blipFill>
        <p:spPr>
          <a:xfrm>
            <a:off x="8113533" y="0"/>
            <a:ext cx="4082983" cy="6858000"/>
          </a:xfrm>
        </p:spPr>
      </p:pic>
    </p:spTree>
    <p:extLst>
      <p:ext uri="{BB962C8B-B14F-4D97-AF65-F5344CB8AC3E}">
        <p14:creationId xmlns:p14="http://schemas.microsoft.com/office/powerpoint/2010/main" val="93465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8697F-A2C1-C885-5887-0DC772555D07}"/>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CF9DB026-2CBF-429F-2880-C1C26902BCA7}"/>
              </a:ext>
            </a:extLst>
          </p:cNvPr>
          <p:cNvSpPr>
            <a:spLocks noGrp="1"/>
          </p:cNvSpPr>
          <p:nvPr>
            <p:ph sz="quarter" idx="13"/>
          </p:nvPr>
        </p:nvSpPr>
        <p:spPr/>
        <p:txBody>
          <a:bodyPr>
            <a:normAutofit fontScale="92500" lnSpcReduction="10000"/>
          </a:bodyPr>
          <a:lstStyle/>
          <a:p>
            <a:pPr marL="0" indent="0">
              <a:buNone/>
            </a:pPr>
            <a:r>
              <a:rPr lang="en-US" dirty="0"/>
              <a:t>Since 2007, many local governments in the U.S. have invested in open data programs to provide transparency, accountability, and access to government data. Programs often include the public as a primary beneficiary of open data but do not actually have a way of quantitatively measuring public use and outcomes from their programs. </a:t>
            </a:r>
          </a:p>
          <a:p>
            <a:pPr marL="0" indent="0">
              <a:buNone/>
            </a:pPr>
            <a:r>
              <a:rPr lang="en-US" dirty="0"/>
              <a:t>This toolkit provides guidance on how programs may measure enablement actions and resulting activity to track the impact and use of open data in their community.</a:t>
            </a:r>
          </a:p>
          <a:p>
            <a:pPr marL="0" indent="0">
              <a:buNone/>
            </a:pPr>
            <a:r>
              <a:rPr lang="en-US" dirty="0"/>
              <a:t>Actions include the creation of datasets, applications, maps, data narratives, support content, digital access initiatives, standards, and processes to enable and empower the use of open data. Activities include signals from the community of open data use in articles, blogs, tools, research, events, communications, support requests, public information requests, and council and organization mandates for new data.</a:t>
            </a:r>
          </a:p>
        </p:txBody>
      </p:sp>
    </p:spTree>
    <p:extLst>
      <p:ext uri="{BB962C8B-B14F-4D97-AF65-F5344CB8AC3E}">
        <p14:creationId xmlns:p14="http://schemas.microsoft.com/office/powerpoint/2010/main" val="357615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BB6F2D-E78A-6FE5-1A36-75C74FD93F9F}"/>
              </a:ext>
            </a:extLst>
          </p:cNvPr>
          <p:cNvSpPr>
            <a:spLocks noGrp="1"/>
          </p:cNvSpPr>
          <p:nvPr>
            <p:ph type="title"/>
          </p:nvPr>
        </p:nvSpPr>
        <p:spPr>
          <a:xfrm>
            <a:off x="649045" y="363854"/>
            <a:ext cx="10780955" cy="1243717"/>
          </a:xfrm>
        </p:spPr>
        <p:txBody>
          <a:bodyPr/>
          <a:lstStyle/>
          <a:p>
            <a:r>
              <a:rPr lang="en-US" dirty="0"/>
              <a:t>Actions and activity</a:t>
            </a:r>
          </a:p>
        </p:txBody>
      </p:sp>
      <p:sp>
        <p:nvSpPr>
          <p:cNvPr id="9" name="Text Placeholder 8">
            <a:extLst>
              <a:ext uri="{FF2B5EF4-FFF2-40B4-BE49-F238E27FC236}">
                <a16:creationId xmlns:a16="http://schemas.microsoft.com/office/drawing/2014/main" id="{5214E3D1-6639-F466-7FDE-6564E439499A}"/>
              </a:ext>
            </a:extLst>
          </p:cNvPr>
          <p:cNvSpPr>
            <a:spLocks noGrp="1"/>
          </p:cNvSpPr>
          <p:nvPr>
            <p:ph sz="quarter" idx="13"/>
          </p:nvPr>
        </p:nvSpPr>
        <p:spPr>
          <a:xfrm>
            <a:off x="649288" y="2377440"/>
            <a:ext cx="5157216" cy="3840480"/>
          </a:xfrm>
        </p:spPr>
        <p:txBody>
          <a:bodyPr/>
          <a:lstStyle/>
          <a:p>
            <a:r>
              <a:rPr lang="en-US" b="1" dirty="0"/>
              <a:t>Actions</a:t>
            </a:r>
          </a:p>
          <a:p>
            <a:pPr lvl="1"/>
            <a:r>
              <a:rPr lang="en-US" dirty="0"/>
              <a:t>Datasets</a:t>
            </a:r>
          </a:p>
          <a:p>
            <a:pPr lvl="1"/>
            <a:r>
              <a:rPr lang="en-US" dirty="0"/>
              <a:t>Apps and maps</a:t>
            </a:r>
          </a:p>
          <a:p>
            <a:pPr lvl="1"/>
            <a:r>
              <a:rPr lang="en-US" dirty="0"/>
              <a:t>Data narratives and visualizations</a:t>
            </a:r>
          </a:p>
          <a:p>
            <a:pPr lvl="1"/>
            <a:r>
              <a:rPr lang="en-US" dirty="0"/>
              <a:t>Data portal as the standard</a:t>
            </a:r>
          </a:p>
          <a:p>
            <a:pPr lvl="1"/>
            <a:r>
              <a:rPr lang="en-US" dirty="0"/>
              <a:t>Data catalog – inclusive (GIS, community)</a:t>
            </a:r>
          </a:p>
          <a:p>
            <a:pPr lvl="1"/>
            <a:r>
              <a:rPr lang="en-US" dirty="0"/>
              <a:t>Data quality</a:t>
            </a:r>
          </a:p>
          <a:p>
            <a:pPr lvl="1"/>
            <a:r>
              <a:rPr lang="en-US" dirty="0"/>
              <a:t>Support and enablement</a:t>
            </a:r>
          </a:p>
        </p:txBody>
      </p:sp>
      <p:sp>
        <p:nvSpPr>
          <p:cNvPr id="5" name="Text Placeholder 4">
            <a:extLst>
              <a:ext uri="{FF2B5EF4-FFF2-40B4-BE49-F238E27FC236}">
                <a16:creationId xmlns:a16="http://schemas.microsoft.com/office/drawing/2014/main" id="{4886EE38-2957-C862-1C4F-9B0157829E20}"/>
              </a:ext>
            </a:extLst>
          </p:cNvPr>
          <p:cNvSpPr>
            <a:spLocks noGrp="1"/>
          </p:cNvSpPr>
          <p:nvPr>
            <p:ph sz="quarter" idx="14"/>
          </p:nvPr>
        </p:nvSpPr>
        <p:spPr>
          <a:xfrm>
            <a:off x="6254496" y="2377440"/>
            <a:ext cx="5157216" cy="3840480"/>
          </a:xfrm>
        </p:spPr>
        <p:txBody>
          <a:bodyPr>
            <a:normAutofit lnSpcReduction="10000"/>
          </a:bodyPr>
          <a:lstStyle/>
          <a:p>
            <a:r>
              <a:rPr lang="en-US" b="1" dirty="0"/>
              <a:t>Activity</a:t>
            </a:r>
          </a:p>
          <a:p>
            <a:pPr lvl="1"/>
            <a:r>
              <a:rPr lang="en-US" dirty="0"/>
              <a:t>Views and downloads of datasets, web pages, applications, tools, websites</a:t>
            </a:r>
          </a:p>
          <a:p>
            <a:pPr lvl="1"/>
            <a:r>
              <a:rPr lang="en-US" dirty="0"/>
              <a:t>Events</a:t>
            </a:r>
          </a:p>
          <a:p>
            <a:pPr lvl="1"/>
            <a:r>
              <a:rPr lang="en-US" dirty="0"/>
              <a:t>Communications</a:t>
            </a:r>
          </a:p>
          <a:p>
            <a:pPr lvl="1"/>
            <a:r>
              <a:rPr lang="en-US" dirty="0"/>
              <a:t>Community work</a:t>
            </a:r>
          </a:p>
          <a:p>
            <a:pPr lvl="1"/>
            <a:r>
              <a:rPr lang="en-US" dirty="0"/>
              <a:t>Articles, tools, and research</a:t>
            </a:r>
          </a:p>
          <a:p>
            <a:pPr lvl="1"/>
            <a:r>
              <a:rPr lang="en-US" dirty="0"/>
              <a:t>Public information requests</a:t>
            </a:r>
          </a:p>
          <a:p>
            <a:pPr lvl="1"/>
            <a:r>
              <a:rPr lang="en-US" dirty="0"/>
              <a:t>Council actions</a:t>
            </a:r>
          </a:p>
          <a:p>
            <a:pPr lvl="1"/>
            <a:endParaRPr lang="en-US" dirty="0"/>
          </a:p>
          <a:p>
            <a:endParaRPr lang="en-US" dirty="0"/>
          </a:p>
        </p:txBody>
      </p:sp>
    </p:spTree>
    <p:extLst>
      <p:ext uri="{BB962C8B-B14F-4D97-AF65-F5344CB8AC3E}">
        <p14:creationId xmlns:p14="http://schemas.microsoft.com/office/powerpoint/2010/main" val="3054502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BB6F2D-E78A-6FE5-1A36-75C74FD93F9F}"/>
              </a:ext>
            </a:extLst>
          </p:cNvPr>
          <p:cNvSpPr>
            <a:spLocks noGrp="1"/>
          </p:cNvSpPr>
          <p:nvPr>
            <p:ph type="title"/>
          </p:nvPr>
        </p:nvSpPr>
        <p:spPr/>
        <p:txBody>
          <a:bodyPr>
            <a:normAutofit/>
          </a:bodyPr>
          <a:lstStyle/>
          <a:p>
            <a:r>
              <a:rPr lang="en-US" dirty="0"/>
              <a:t>Action: datasets</a:t>
            </a:r>
          </a:p>
        </p:txBody>
      </p:sp>
      <p:graphicFrame>
        <p:nvGraphicFramePr>
          <p:cNvPr id="2" name="Content Placeholder 1">
            <a:extLst>
              <a:ext uri="{FF2B5EF4-FFF2-40B4-BE49-F238E27FC236}">
                <a16:creationId xmlns:a16="http://schemas.microsoft.com/office/drawing/2014/main" id="{8BDA71FB-2168-9A8D-9C7A-9BCBBB6A5B98}"/>
              </a:ext>
            </a:extLst>
          </p:cNvPr>
          <p:cNvGraphicFramePr>
            <a:graphicFrameLocks noGrp="1"/>
          </p:cNvGraphicFramePr>
          <p:nvPr>
            <p:ph sz="quarter" idx="13"/>
            <p:extLst>
              <p:ext uri="{D42A27DB-BD31-4B8C-83A1-F6EECF244321}">
                <p14:modId xmlns:p14="http://schemas.microsoft.com/office/powerpoint/2010/main" val="4172519108"/>
              </p:ext>
            </p:extLst>
          </p:nvPr>
        </p:nvGraphicFramePr>
        <p:xfrm>
          <a:off x="649288" y="2524125"/>
          <a:ext cx="10707687"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268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F2FEA60-F900-4C56-9486-48EA30926F6E}"/>
              </a:ext>
            </a:extLst>
          </p:cNvPr>
          <p:cNvSpPr>
            <a:spLocks noGrp="1"/>
          </p:cNvSpPr>
          <p:nvPr>
            <p:ph type="title"/>
          </p:nvPr>
        </p:nvSpPr>
        <p:spPr>
          <a:xfrm>
            <a:off x="649045" y="363854"/>
            <a:ext cx="10780955" cy="1243717"/>
          </a:xfrm>
        </p:spPr>
        <p:txBody>
          <a:bodyPr>
            <a:normAutofit/>
          </a:bodyPr>
          <a:lstStyle/>
          <a:p>
            <a:r>
              <a:rPr lang="en-US" dirty="0"/>
              <a:t>Example measures</a:t>
            </a:r>
          </a:p>
        </p:txBody>
      </p:sp>
      <p:sp>
        <p:nvSpPr>
          <p:cNvPr id="19" name="Content Placeholder 18">
            <a:extLst>
              <a:ext uri="{FF2B5EF4-FFF2-40B4-BE49-F238E27FC236}">
                <a16:creationId xmlns:a16="http://schemas.microsoft.com/office/drawing/2014/main" id="{AB6583FE-B653-4C01-9ADF-EC8514A0B5ED}"/>
              </a:ext>
            </a:extLst>
          </p:cNvPr>
          <p:cNvSpPr>
            <a:spLocks noGrp="1"/>
          </p:cNvSpPr>
          <p:nvPr>
            <p:ph sz="quarter" idx="13"/>
          </p:nvPr>
        </p:nvSpPr>
        <p:spPr>
          <a:xfrm>
            <a:off x="649288" y="2523744"/>
            <a:ext cx="2862072" cy="3566160"/>
          </a:xfrm>
        </p:spPr>
        <p:txBody>
          <a:bodyPr>
            <a:normAutofit/>
          </a:bodyPr>
          <a:lstStyle/>
          <a:p>
            <a:r>
              <a:rPr lang="en-US" dirty="0"/>
              <a:t>Meaning</a:t>
            </a:r>
          </a:p>
        </p:txBody>
      </p:sp>
      <p:graphicFrame>
        <p:nvGraphicFramePr>
          <p:cNvPr id="3" name="Table Placeholder 2">
            <a:extLst>
              <a:ext uri="{FF2B5EF4-FFF2-40B4-BE49-F238E27FC236}">
                <a16:creationId xmlns:a16="http://schemas.microsoft.com/office/drawing/2014/main" id="{E410A886-0778-53D6-B831-7F38A0E03B64}"/>
              </a:ext>
            </a:extLst>
          </p:cNvPr>
          <p:cNvGraphicFramePr>
            <a:graphicFrameLocks noGrp="1"/>
          </p:cNvGraphicFramePr>
          <p:nvPr>
            <p:ph sz="quarter" idx="14"/>
            <p:extLst>
              <p:ext uri="{D42A27DB-BD31-4B8C-83A1-F6EECF244321}">
                <p14:modId xmlns:p14="http://schemas.microsoft.com/office/powerpoint/2010/main" val="1345682488"/>
              </p:ext>
            </p:extLst>
          </p:nvPr>
        </p:nvGraphicFramePr>
        <p:xfrm>
          <a:off x="3867150" y="2524125"/>
          <a:ext cx="7811824" cy="3647088"/>
        </p:xfrm>
        <a:graphic>
          <a:graphicData uri="http://schemas.openxmlformats.org/drawingml/2006/table">
            <a:tbl>
              <a:tblPr firstRow="1" bandRow="1">
                <a:tableStyleId>{5C22544A-7EE6-4342-B048-85BDC9FD1C3A}</a:tableStyleId>
              </a:tblPr>
              <a:tblGrid>
                <a:gridCol w="1952956">
                  <a:extLst>
                    <a:ext uri="{9D8B030D-6E8A-4147-A177-3AD203B41FA5}">
                      <a16:colId xmlns:a16="http://schemas.microsoft.com/office/drawing/2014/main" val="127040821"/>
                    </a:ext>
                  </a:extLst>
                </a:gridCol>
                <a:gridCol w="1952956">
                  <a:extLst>
                    <a:ext uri="{9D8B030D-6E8A-4147-A177-3AD203B41FA5}">
                      <a16:colId xmlns:a16="http://schemas.microsoft.com/office/drawing/2014/main" val="149845700"/>
                    </a:ext>
                  </a:extLst>
                </a:gridCol>
                <a:gridCol w="1952956">
                  <a:extLst>
                    <a:ext uri="{9D8B030D-6E8A-4147-A177-3AD203B41FA5}">
                      <a16:colId xmlns:a16="http://schemas.microsoft.com/office/drawing/2014/main" val="3119692462"/>
                    </a:ext>
                  </a:extLst>
                </a:gridCol>
                <a:gridCol w="1952956">
                  <a:extLst>
                    <a:ext uri="{9D8B030D-6E8A-4147-A177-3AD203B41FA5}">
                      <a16:colId xmlns:a16="http://schemas.microsoft.com/office/drawing/2014/main" val="3472639139"/>
                    </a:ext>
                  </a:extLst>
                </a:gridCol>
              </a:tblGrid>
              <a:tr h="539479">
                <a:tc>
                  <a:txBody>
                    <a:bodyPr/>
                    <a:lstStyle/>
                    <a:p>
                      <a:pPr algn="ctr"/>
                      <a:endParaRPr lang="en-US" dirty="0">
                        <a:latin typeface="+mj-lt"/>
                      </a:endParaRPr>
                    </a:p>
                  </a:txBody>
                  <a:tcPr anchor="ctr"/>
                </a:tc>
                <a:tc>
                  <a:txBody>
                    <a:bodyPr/>
                    <a:lstStyle/>
                    <a:p>
                      <a:pPr algn="ctr"/>
                      <a:endParaRPr lang="en-US" dirty="0">
                        <a:latin typeface="+mj-lt"/>
                      </a:endParaRPr>
                    </a:p>
                  </a:txBody>
                  <a:tcPr anchor="ctr"/>
                </a:tc>
                <a:tc>
                  <a:txBody>
                    <a:bodyPr/>
                    <a:lstStyle/>
                    <a:p>
                      <a:pPr algn="ctr"/>
                      <a:endParaRPr lang="en-US" dirty="0">
                        <a:latin typeface="+mj-lt"/>
                      </a:endParaRPr>
                    </a:p>
                  </a:txBody>
                  <a:tcPr anchor="ctr"/>
                </a:tc>
                <a:tc>
                  <a:txBody>
                    <a:bodyPr/>
                    <a:lstStyle/>
                    <a:p>
                      <a:pPr algn="ctr"/>
                      <a:endParaRPr lang="en-US" dirty="0">
                        <a:latin typeface="+mj-lt"/>
                      </a:endParaRPr>
                    </a:p>
                  </a:txBody>
                  <a:tcPr anchor="ctr"/>
                </a:tc>
                <a:extLst>
                  <a:ext uri="{0D108BD9-81ED-4DB2-BD59-A6C34878D82A}">
                    <a16:rowId xmlns:a16="http://schemas.microsoft.com/office/drawing/2014/main" val="3298013591"/>
                  </a:ext>
                </a:extLst>
              </a:tr>
              <a:tr h="59169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873867931"/>
                  </a:ext>
                </a:extLst>
              </a:tr>
              <a:tr h="591690">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85209771"/>
                  </a:ext>
                </a:extLst>
              </a:tr>
              <a:tr h="5394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061031278"/>
                  </a:ext>
                </a:extLst>
              </a:tr>
              <a:tr h="5394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591840781"/>
                  </a:ext>
                </a:extLst>
              </a:tr>
              <a:tr h="84527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35389741"/>
                  </a:ext>
                </a:extLst>
              </a:tr>
            </a:tbl>
          </a:graphicData>
        </a:graphic>
      </p:graphicFrame>
    </p:spTree>
    <p:extLst>
      <p:ext uri="{BB962C8B-B14F-4D97-AF65-F5344CB8AC3E}">
        <p14:creationId xmlns:p14="http://schemas.microsoft.com/office/powerpoint/2010/main" val="203592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F2FEA60-F900-4C56-9486-48EA30926F6E}"/>
              </a:ext>
            </a:extLst>
          </p:cNvPr>
          <p:cNvSpPr>
            <a:spLocks noGrp="1"/>
          </p:cNvSpPr>
          <p:nvPr>
            <p:ph type="title"/>
          </p:nvPr>
        </p:nvSpPr>
        <p:spPr>
          <a:xfrm>
            <a:off x="649045" y="363854"/>
            <a:ext cx="10780955" cy="1243717"/>
          </a:xfrm>
        </p:spPr>
        <p:txBody>
          <a:bodyPr>
            <a:normAutofit/>
          </a:bodyPr>
          <a:lstStyle/>
          <a:p>
            <a:r>
              <a:rPr lang="en-US" dirty="0"/>
              <a:t>Example measures</a:t>
            </a:r>
          </a:p>
        </p:txBody>
      </p:sp>
      <p:graphicFrame>
        <p:nvGraphicFramePr>
          <p:cNvPr id="3" name="Table Placeholder 3">
            <a:extLst>
              <a:ext uri="{FF2B5EF4-FFF2-40B4-BE49-F238E27FC236}">
                <a16:creationId xmlns:a16="http://schemas.microsoft.com/office/drawing/2014/main" id="{DAA2584B-E55D-7E22-AD24-417D9C152A2D}"/>
              </a:ext>
            </a:extLst>
          </p:cNvPr>
          <p:cNvGraphicFramePr>
            <a:graphicFrameLocks noGrp="1"/>
          </p:cNvGraphicFramePr>
          <p:nvPr>
            <p:ph sz="quarter" idx="13"/>
            <p:extLst>
              <p:ext uri="{D42A27DB-BD31-4B8C-83A1-F6EECF244321}">
                <p14:modId xmlns:p14="http://schemas.microsoft.com/office/powerpoint/2010/main" val="3138359314"/>
              </p:ext>
            </p:extLst>
          </p:nvPr>
        </p:nvGraphicFramePr>
        <p:xfrm>
          <a:off x="649288" y="2524125"/>
          <a:ext cx="10704756" cy="3657599"/>
        </p:xfrm>
        <a:graphic>
          <a:graphicData uri="http://schemas.openxmlformats.org/drawingml/2006/table">
            <a:tbl>
              <a:tblPr firstRow="1" bandRow="1">
                <a:tableStyleId>{5C22544A-7EE6-4342-B048-85BDC9FD1C3A}</a:tableStyleId>
              </a:tblPr>
              <a:tblGrid>
                <a:gridCol w="2676189">
                  <a:extLst>
                    <a:ext uri="{9D8B030D-6E8A-4147-A177-3AD203B41FA5}">
                      <a16:colId xmlns:a16="http://schemas.microsoft.com/office/drawing/2014/main" val="2382218087"/>
                    </a:ext>
                  </a:extLst>
                </a:gridCol>
                <a:gridCol w="2676189">
                  <a:extLst>
                    <a:ext uri="{9D8B030D-6E8A-4147-A177-3AD203B41FA5}">
                      <a16:colId xmlns:a16="http://schemas.microsoft.com/office/drawing/2014/main" val="3953468724"/>
                    </a:ext>
                  </a:extLst>
                </a:gridCol>
                <a:gridCol w="2676189">
                  <a:extLst>
                    <a:ext uri="{9D8B030D-6E8A-4147-A177-3AD203B41FA5}">
                      <a16:colId xmlns:a16="http://schemas.microsoft.com/office/drawing/2014/main" val="4277526474"/>
                    </a:ext>
                  </a:extLst>
                </a:gridCol>
                <a:gridCol w="2676189">
                  <a:extLst>
                    <a:ext uri="{9D8B030D-6E8A-4147-A177-3AD203B41FA5}">
                      <a16:colId xmlns:a16="http://schemas.microsoft.com/office/drawing/2014/main" val="2438884888"/>
                    </a:ext>
                  </a:extLst>
                </a:gridCol>
              </a:tblGrid>
              <a:tr h="576704">
                <a:tc>
                  <a:txBody>
                    <a:bodyPr/>
                    <a:lstStyle/>
                    <a:p>
                      <a:pPr algn="ctr"/>
                      <a:endParaRPr lang="en-US" dirty="0">
                        <a:latin typeface="+mj-lt"/>
                      </a:endParaRPr>
                    </a:p>
                  </a:txBody>
                  <a:tcPr anchor="ctr"/>
                </a:tc>
                <a:tc>
                  <a:txBody>
                    <a:bodyPr/>
                    <a:lstStyle/>
                    <a:p>
                      <a:pPr algn="ctr"/>
                      <a:endParaRPr lang="en-US" dirty="0">
                        <a:latin typeface="+mj-lt"/>
                      </a:endParaRPr>
                    </a:p>
                  </a:txBody>
                  <a:tcPr anchor="ctr"/>
                </a:tc>
                <a:tc>
                  <a:txBody>
                    <a:bodyPr/>
                    <a:lstStyle/>
                    <a:p>
                      <a:pPr algn="ctr"/>
                      <a:endParaRPr lang="en-US" dirty="0">
                        <a:latin typeface="+mj-lt"/>
                      </a:endParaRPr>
                    </a:p>
                  </a:txBody>
                  <a:tcPr anchor="ctr"/>
                </a:tc>
                <a:tc>
                  <a:txBody>
                    <a:bodyPr/>
                    <a:lstStyle/>
                    <a:p>
                      <a:pPr algn="ctr"/>
                      <a:endParaRPr lang="en-US" dirty="0">
                        <a:latin typeface="+mj-lt"/>
                      </a:endParaRPr>
                    </a:p>
                  </a:txBody>
                  <a:tcPr anchor="ctr"/>
                </a:tc>
                <a:extLst>
                  <a:ext uri="{0D108BD9-81ED-4DB2-BD59-A6C34878D82A}">
                    <a16:rowId xmlns:a16="http://schemas.microsoft.com/office/drawing/2014/main" val="2857107962"/>
                  </a:ext>
                </a:extLst>
              </a:tr>
              <a:tr h="6161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671386868"/>
                  </a:ext>
                </a:extLst>
              </a:tr>
              <a:tr h="6161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80626418"/>
                  </a:ext>
                </a:extLst>
              </a:tr>
              <a:tr h="6161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132482967"/>
                  </a:ext>
                </a:extLst>
              </a:tr>
              <a:tr h="6161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36251906"/>
                  </a:ext>
                </a:extLst>
              </a:tr>
              <a:tr h="61617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2098197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3078-8369-72AE-37EA-C1CBD8A1C858}"/>
              </a:ext>
            </a:extLst>
          </p:cNvPr>
          <p:cNvSpPr>
            <a:spLocks noGrp="1"/>
          </p:cNvSpPr>
          <p:nvPr>
            <p:ph type="title"/>
          </p:nvPr>
        </p:nvSpPr>
        <p:spPr/>
        <p:txBody>
          <a:bodyPr>
            <a:normAutofit/>
          </a:bodyPr>
          <a:lstStyle/>
          <a:p>
            <a:r>
              <a:rPr lang="en-US" dirty="0"/>
              <a:t>Example report</a:t>
            </a:r>
          </a:p>
        </p:txBody>
      </p:sp>
      <p:sp>
        <p:nvSpPr>
          <p:cNvPr id="4" name="Content Placeholder 3">
            <a:extLst>
              <a:ext uri="{FF2B5EF4-FFF2-40B4-BE49-F238E27FC236}">
                <a16:creationId xmlns:a16="http://schemas.microsoft.com/office/drawing/2014/main" id="{C6A719BF-D3E5-8BA5-D7E9-DF9306FB81C4}"/>
              </a:ext>
            </a:extLst>
          </p:cNvPr>
          <p:cNvSpPr>
            <a:spLocks noGrp="1"/>
          </p:cNvSpPr>
          <p:nvPr>
            <p:ph sz="quarter" idx="13"/>
          </p:nvPr>
        </p:nvSpPr>
        <p:spPr/>
        <p:txBody>
          <a:bodyPr/>
          <a:lstStyle/>
          <a:p>
            <a:r>
              <a:rPr lang="en-US" dirty="0"/>
              <a:t>Actions</a:t>
            </a:r>
          </a:p>
          <a:p>
            <a:pPr marL="342900" indent="-342900">
              <a:buFont typeface="Arial" panose="020B0604020202020204" pitchFamily="34" charset="0"/>
              <a:buChar char="•"/>
            </a:pPr>
            <a:r>
              <a:rPr lang="en-US" dirty="0"/>
              <a:t>## new datasets (public requests)</a:t>
            </a:r>
          </a:p>
          <a:p>
            <a:pPr marL="342900" indent="-342900">
              <a:buFont typeface="Arial" panose="020B0604020202020204" pitchFamily="34" charset="0"/>
              <a:buChar char="•"/>
            </a:pPr>
            <a:r>
              <a:rPr lang="en-US" dirty="0"/>
              <a:t>## new datasets (departments)</a:t>
            </a:r>
          </a:p>
          <a:p>
            <a:pPr marL="342900" indent="-342900">
              <a:buFont typeface="Arial" panose="020B0604020202020204" pitchFamily="34" charset="0"/>
              <a:buChar char="•"/>
            </a:pPr>
            <a:r>
              <a:rPr lang="en-US" dirty="0"/>
              <a:t>## new datasets (legal, resolutions)</a:t>
            </a:r>
          </a:p>
          <a:p>
            <a:pPr marL="342900" indent="-342900">
              <a:buFont typeface="Arial" panose="020B0604020202020204" pitchFamily="34" charset="0"/>
              <a:buChar char="•"/>
            </a:pPr>
            <a:r>
              <a:rPr lang="en-US" dirty="0"/>
              <a:t>## new applications</a:t>
            </a:r>
          </a:p>
          <a:p>
            <a:pPr marL="342900" indent="-342900">
              <a:buFont typeface="Arial" panose="020B0604020202020204" pitchFamily="34" charset="0"/>
              <a:buChar char="•"/>
            </a:pPr>
            <a:r>
              <a:rPr lang="en-US" dirty="0"/>
              <a:t>## new hub sites</a:t>
            </a:r>
          </a:p>
          <a:p>
            <a:pPr marL="342900" indent="-342900">
              <a:buFont typeface="Arial" panose="020B0604020202020204" pitchFamily="34" charset="0"/>
              <a:buChar char="•"/>
            </a:pPr>
            <a:r>
              <a:rPr lang="en-US" dirty="0"/>
              <a:t>## new initiatives</a:t>
            </a:r>
          </a:p>
          <a:p>
            <a:pPr marL="342900" indent="-342900">
              <a:buFont typeface="Arial" panose="020B0604020202020204" pitchFamily="34" charset="0"/>
              <a:buChar char="•"/>
            </a:pPr>
            <a:r>
              <a:rPr lang="en-US" dirty="0"/>
              <a:t>## new responses</a:t>
            </a:r>
          </a:p>
        </p:txBody>
      </p:sp>
      <p:sp>
        <p:nvSpPr>
          <p:cNvPr id="5" name="Content Placeholder 4">
            <a:extLst>
              <a:ext uri="{FF2B5EF4-FFF2-40B4-BE49-F238E27FC236}">
                <a16:creationId xmlns:a16="http://schemas.microsoft.com/office/drawing/2014/main" id="{1B0977CF-A762-390D-2085-DB841DFFFD69}"/>
              </a:ext>
            </a:extLst>
          </p:cNvPr>
          <p:cNvSpPr>
            <a:spLocks noGrp="1"/>
          </p:cNvSpPr>
          <p:nvPr>
            <p:ph sz="quarter" idx="14"/>
          </p:nvPr>
        </p:nvSpPr>
        <p:spPr>
          <a:xfrm>
            <a:off x="6385498" y="2410441"/>
            <a:ext cx="5157216" cy="3840480"/>
          </a:xfrm>
        </p:spPr>
        <p:txBody>
          <a:bodyPr/>
          <a:lstStyle/>
          <a:p>
            <a:r>
              <a:rPr lang="en-US" dirty="0"/>
              <a:t>Activity</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612659275"/>
      </p:ext>
    </p:extLst>
  </p:cSld>
  <p:clrMapOvr>
    <a:masterClrMapping/>
  </p:clrMapOvr>
</p:sld>
</file>

<file path=ppt/theme/theme1.xml><?xml version="1.0" encoding="utf-8"?>
<a:theme xmlns:a="http://schemas.openxmlformats.org/drawingml/2006/main" name="ColorBlockVTI">
  <a:themeElements>
    <a:clrScheme name="ColorBlock Color Scheme">
      <a:dk1>
        <a:sysClr val="windowText" lastClr="000000"/>
      </a:dk1>
      <a:lt1>
        <a:sysClr val="window" lastClr="FFFFFF"/>
      </a:lt1>
      <a:dk2>
        <a:srgbClr val="002044"/>
      </a:dk2>
      <a:lt2>
        <a:srgbClr val="F5F0F3"/>
      </a:lt2>
      <a:accent1>
        <a:srgbClr val="4A41C5"/>
      </a:accent1>
      <a:accent2>
        <a:srgbClr val="37997B"/>
      </a:accent2>
      <a:accent3>
        <a:srgbClr val="17B4DF"/>
      </a:accent3>
      <a:accent4>
        <a:srgbClr val="E69500"/>
      </a:accent4>
      <a:accent5>
        <a:srgbClr val="276D77"/>
      </a:accent5>
      <a:accent6>
        <a:srgbClr val="386ECE"/>
      </a:accent6>
      <a:hlink>
        <a:srgbClr val="AF1DAF"/>
      </a:hlink>
      <a:folHlink>
        <a:srgbClr val="FE5C68"/>
      </a:folHlink>
    </a:clrScheme>
    <a:fontScheme name="Custom 12">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BlockDesign_win32_CP_v3" id="{814715DD-6C76-4F1A-ACBC-CB50DF76A204}" vid="{32B98461-600B-47E5-8B97-25031B2AA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Background xmlns="71af3243-3dd4-4a8d-8c0d-dd76da1f02a5">false</Background>
    <Status xmlns="71af3243-3dd4-4a8d-8c0d-dd76da1f02a5">Not started</Status>
    <TaxCatchAll xmlns="230e9df3-be65-4c73-a93b-d1236ebd677e" xsi:nil="true"/>
    <ImageTagsTaxHTField xmlns="71af3243-3dd4-4a8d-8c0d-dd76da1f02a5">
      <Terms xmlns="http://schemas.microsoft.com/office/infopath/2007/PartnerControls"/>
    </ImageTagsTaxHTField>
    <Image xmlns="71af3243-3dd4-4a8d-8c0d-dd76da1f02a5">
      <Url xsi:nil="true"/>
      <Description xsi:nil="true"/>
    </Imag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DD5551C-388C-42EB-B1BB-B0BF4434BA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E4B3662-E706-427A-8C63-55F1C5B1CAE0}">
  <ds:schemaRefs>
    <ds:schemaRef ds:uri="http://schemas.microsoft.com/sharepoint/v3/contenttype/forms"/>
  </ds:schemaRefs>
</ds:datastoreItem>
</file>

<file path=customXml/itemProps3.xml><?xml version="1.0" encoding="utf-8"?>
<ds:datastoreItem xmlns:ds="http://schemas.openxmlformats.org/officeDocument/2006/customXml" ds:itemID="{BE526E5B-BE06-44ED-944C-46B3BE1A406A}">
  <ds:schemaRefs>
    <ds:schemaRef ds:uri="http://schemas.microsoft.com/office/2006/metadata/properties"/>
    <ds:schemaRef ds:uri="http://schemas.microsoft.com/office/infopath/2007/PartnerControls"/>
    <ds:schemaRef ds:uri="71af3243-3dd4-4a8d-8c0d-dd76da1f02a5"/>
    <ds:schemaRef ds:uri="230e9df3-be65-4c73-a93b-d1236ebd677e"/>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Color block design</Template>
  <TotalTime>22500</TotalTime>
  <Words>303</Words>
  <Application>Microsoft Office PowerPoint</Application>
  <PresentationFormat>Widescreen</PresentationFormat>
  <Paragraphs>54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Avenir Next LT Pro</vt:lpstr>
      <vt:lpstr>Avenir Next LT Pro Light</vt:lpstr>
      <vt:lpstr>ColorBlockVTI</vt:lpstr>
      <vt:lpstr>Open Data Action Toolkit</vt:lpstr>
      <vt:lpstr>Overview</vt:lpstr>
      <vt:lpstr>Actions and activity</vt:lpstr>
      <vt:lpstr>Action: datasets</vt:lpstr>
      <vt:lpstr>Example measures</vt:lpstr>
      <vt:lpstr>Example measures</vt:lpstr>
      <vt:lpstr>Example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Alicia 9brown</dc:creator>
  <cp:lastModifiedBy>Alicia 9brown</cp:lastModifiedBy>
  <cp:revision>7</cp:revision>
  <dcterms:created xsi:type="dcterms:W3CDTF">2026-07-29T19:22:50Z</dcterms:created>
  <dcterms:modified xsi:type="dcterms:W3CDTF">2026-08-17T00:17:31Z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0x01010079F111ED35F8CC479449609E8A0923A6</vt:lpwstr>
  </property>
</Properties>
</file>